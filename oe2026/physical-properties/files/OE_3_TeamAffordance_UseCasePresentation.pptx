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embeddedFontLst>
    <p:embeddedFont>
      <p:font typeface="Raleway"/>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HIRP0Z7VQzms5d07fTdFFqh1Mw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Danielle Vill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3E759B-4E12-42DF-BDD3-2120B70FBA9B}">
  <a:tblStyle styleId="{883E759B-4E12-42DF-BDD3-2120B70FBA9B}" styleName="Table_0">
    <a:wholeTbl>
      <a:tcTxStyle b="off" i="off">
        <a:font>
          <a:latin typeface="Raleway"/>
          <a:ea typeface="Raleway"/>
          <a:cs typeface="Raleway"/>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40000"/>
            </a:schemeClr>
          </a:solidFill>
        </a:fill>
      </a:tcStyle>
    </a:band1H>
    <a:band2H>
      <a:tcTxStyle/>
    </a:band2H>
    <a:band1V>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Raleway"/>
          <a:ea typeface="Raleway"/>
          <a:cs typeface="Raleway"/>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3"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aleway-regular.fntdata"/><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2T13:36:36.433">
    <p:pos x="6000" y="0"/>
    <p:text>Initial Average Score: 4.6/5
-0.5 for late submission
Final Score: 4.1/5
Good length, but if you have to say that the text on your diagrams is too small you might want to break it across multiple slides so you can zoom in</p:text>
    <p:extLst>
      <p:ext uri="{C676402C-5697-4E1C-873F-D02D1690AC5C}">
        <p15:threadingInfo timeZoneBias="0"/>
      </p:ext>
      <p:ext uri="http://customooxmlschemas.google.com/">
        <go:slidesCustomData xmlns:go="http://customooxmlschemas.google.com/" commentPostId="AAACHcpROmE"/>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5" name="Google Shape;83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9" name="Google Shape;8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 name="Google Shape;8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 name="Google Shape;9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0" name="Google Shape;9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7" name="Google Shape;9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9" name="Google Shape;97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bg>
      <p:bgPr>
        <a:solidFill>
          <a:schemeClr val="lt2">
            <a:alpha val="60000"/>
          </a:schemeClr>
        </a:solidFill>
      </p:bgPr>
    </p:bg>
    <p:spTree>
      <p:nvGrpSpPr>
        <p:cNvPr id="15" name="Shape 15"/>
        <p:cNvGrpSpPr/>
        <p:nvPr/>
      </p:nvGrpSpPr>
      <p:grpSpPr>
        <a:xfrm>
          <a:off x="0" y="0"/>
          <a:ext cx="0" cy="0"/>
          <a:chOff x="0" y="0"/>
          <a:chExt cx="0" cy="0"/>
        </a:xfrm>
      </p:grpSpPr>
      <p:sp>
        <p:nvSpPr>
          <p:cNvPr id="16" name="Google Shape;16;p14"/>
          <p:cNvSpPr/>
          <p:nvPr/>
        </p:nvSpPr>
        <p:spPr>
          <a:xfrm>
            <a:off x="0" y="0"/>
            <a:ext cx="12192000" cy="6858000"/>
          </a:xfrm>
          <a:prstGeom prst="rect">
            <a:avLst/>
          </a:prstGeom>
          <a:solidFill>
            <a:srgbClr val="E5DED1">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2"/>
              </a:solidFill>
              <a:latin typeface="Raleway"/>
              <a:ea typeface="Raleway"/>
              <a:cs typeface="Raleway"/>
              <a:sym typeface="Raleway"/>
            </a:endParaRPr>
          </a:p>
        </p:txBody>
      </p:sp>
      <p:sp>
        <p:nvSpPr>
          <p:cNvPr id="17" name="Google Shape;17;p14"/>
          <p:cNvSpPr/>
          <p:nvPr/>
        </p:nvSpPr>
        <p:spPr>
          <a:xfrm rot="-5400000">
            <a:off x="7081211" y="1747209"/>
            <a:ext cx="6857999" cy="3363581"/>
          </a:xfrm>
          <a:custGeom>
            <a:rect b="b" l="l" r="r" t="t"/>
            <a:pathLst>
              <a:path extrusionOk="0" h="3363581" w="6857999">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grpSp>
        <p:nvGrpSpPr>
          <p:cNvPr id="18" name="Google Shape;18;p14"/>
          <p:cNvGrpSpPr/>
          <p:nvPr/>
        </p:nvGrpSpPr>
        <p:grpSpPr>
          <a:xfrm>
            <a:off x="6713446" y="323063"/>
            <a:ext cx="3403656" cy="3251864"/>
            <a:chOff x="6643263" y="560220"/>
            <a:chExt cx="3255888" cy="3110686"/>
          </a:xfrm>
        </p:grpSpPr>
        <p:sp>
          <p:nvSpPr>
            <p:cNvPr id="19" name="Google Shape;19;p14"/>
            <p:cNvSpPr/>
            <p:nvPr/>
          </p:nvSpPr>
          <p:spPr>
            <a:xfrm rot="-303314">
              <a:off x="6763229" y="687542"/>
              <a:ext cx="3015956" cy="2856041"/>
            </a:xfrm>
            <a:custGeom>
              <a:rect b="b" l="l" r="r" t="t"/>
              <a:pathLst>
                <a:path extrusionOk="0" h="4842336" w="5113467">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20" name="Google Shape;20;p14"/>
            <p:cNvSpPr/>
            <p:nvPr/>
          </p:nvSpPr>
          <p:spPr>
            <a:xfrm rot="858224">
              <a:off x="8185011" y="2434730"/>
              <a:ext cx="210018" cy="87150"/>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21" name="Google Shape;21;p14"/>
            <p:cNvSpPr/>
            <p:nvPr/>
          </p:nvSpPr>
          <p:spPr>
            <a:xfrm flipH="1" rot="-10213034">
              <a:off x="7983115" y="1904892"/>
              <a:ext cx="290765" cy="3430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22" name="Google Shape;22;p14"/>
            <p:cNvSpPr/>
            <p:nvPr/>
          </p:nvSpPr>
          <p:spPr>
            <a:xfrm flipH="1" rot="-10213034">
              <a:off x="8007746" y="2117205"/>
              <a:ext cx="222390" cy="129855"/>
            </a:xfrm>
            <a:custGeom>
              <a:rect b="b" l="l" r="r" t="t"/>
              <a:pathLst>
                <a:path extrusionOk="0" h="111835" w="191528">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23" name="Google Shape;23;p14"/>
            <p:cNvSpPr/>
            <p:nvPr/>
          </p:nvSpPr>
          <p:spPr>
            <a:xfrm flipH="1" rot="-10213034">
              <a:off x="8390223" y="1969784"/>
              <a:ext cx="290765" cy="3430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24" name="Google Shape;24;p14"/>
            <p:cNvSpPr/>
            <p:nvPr/>
          </p:nvSpPr>
          <p:spPr>
            <a:xfrm flipH="1" rot="-10213034">
              <a:off x="8414854" y="2182096"/>
              <a:ext cx="222390" cy="129855"/>
            </a:xfrm>
            <a:custGeom>
              <a:rect b="b" l="l" r="r" t="t"/>
              <a:pathLst>
                <a:path extrusionOk="0" h="111835" w="191528">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grpSp>
      <p:sp>
        <p:nvSpPr>
          <p:cNvPr id="25" name="Google Shape;25;p14"/>
          <p:cNvSpPr txBox="1"/>
          <p:nvPr>
            <p:ph type="title"/>
          </p:nvPr>
        </p:nvSpPr>
        <p:spPr>
          <a:xfrm>
            <a:off x="699660" y="1981200"/>
            <a:ext cx="5893516" cy="2921253"/>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7200"/>
              <a:buFont typeface="JasmineUPC"/>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4"/>
          <p:cNvSpPr txBox="1"/>
          <p:nvPr>
            <p:ph idx="1" type="subTitle"/>
          </p:nvPr>
        </p:nvSpPr>
        <p:spPr>
          <a:xfrm>
            <a:off x="699659" y="4902454"/>
            <a:ext cx="4898036" cy="1243513"/>
          </a:xfrm>
          <a:prstGeom prst="rect">
            <a:avLst/>
          </a:prstGeom>
          <a:noFill/>
          <a:ln>
            <a:noFill/>
          </a:ln>
        </p:spPr>
        <p:txBody>
          <a:bodyPr anchorCtr="0" anchor="t" bIns="45700" lIns="91425" spcFirstLastPara="1" rIns="91425" wrap="square" tIns="45700">
            <a:normAutofit/>
          </a:bodyPr>
          <a:lstStyle>
            <a:lvl1pPr lvl="0" algn="l">
              <a:lnSpc>
                <a:spcPct val="120000"/>
              </a:lnSpc>
              <a:spcBef>
                <a:spcPts val="0"/>
              </a:spcBef>
              <a:spcAft>
                <a:spcPts val="0"/>
              </a:spcAft>
              <a:buClr>
                <a:schemeClr val="dk2"/>
              </a:buClr>
              <a:buSzPts val="1600"/>
              <a:buNone/>
              <a:defRPr sz="1600" cap="none"/>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7" name="Google Shape;27;p14"/>
          <p:cNvSpPr txBox="1"/>
          <p:nvPr>
            <p:ph idx="11" type="ftr"/>
          </p:nvPr>
        </p:nvSpPr>
        <p:spPr>
          <a:xfrm>
            <a:off x="700790" y="251847"/>
            <a:ext cx="325661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4"/>
          <p:cNvSpPr txBox="1"/>
          <p:nvPr>
            <p:ph idx="10" type="dt"/>
          </p:nvPr>
        </p:nvSpPr>
        <p:spPr>
          <a:xfrm>
            <a:off x="700790" y="6341919"/>
            <a:ext cx="180646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4"/>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30" name="Google Shape;30;p14"/>
          <p:cNvGrpSpPr/>
          <p:nvPr/>
        </p:nvGrpSpPr>
        <p:grpSpPr>
          <a:xfrm>
            <a:off x="7926968" y="4391977"/>
            <a:ext cx="2836252" cy="2624640"/>
            <a:chOff x="8168178" y="4475972"/>
            <a:chExt cx="2443932" cy="2261592"/>
          </a:xfrm>
        </p:grpSpPr>
        <p:sp>
          <p:nvSpPr>
            <p:cNvPr id="31" name="Google Shape;31;p14"/>
            <p:cNvSpPr/>
            <p:nvPr/>
          </p:nvSpPr>
          <p:spPr>
            <a:xfrm flipH="1" rot="-9728166">
              <a:off x="8384758" y="4742724"/>
              <a:ext cx="2010773" cy="1728088"/>
            </a:xfrm>
            <a:custGeom>
              <a:rect b="b" l="l" r="r" t="t"/>
              <a:pathLst>
                <a:path extrusionOk="0" h="3557030" w="4594182">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grpSp>
          <p:nvGrpSpPr>
            <p:cNvPr id="32" name="Google Shape;32;p14"/>
            <p:cNvGrpSpPr/>
            <p:nvPr/>
          </p:nvGrpSpPr>
          <p:grpSpPr>
            <a:xfrm flipH="1">
              <a:off x="9013279" y="5202737"/>
              <a:ext cx="753730" cy="404031"/>
              <a:chOff x="5447388" y="3100610"/>
              <a:chExt cx="1500891" cy="804540"/>
            </a:xfrm>
          </p:grpSpPr>
          <p:sp>
            <p:nvSpPr>
              <p:cNvPr id="33" name="Google Shape;33;p14"/>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34" name="Google Shape;34;p14"/>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35" name="Google Shape;35;p14"/>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36" name="Google Shape;36;p14"/>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sp>
            <p:nvSpPr>
              <p:cNvPr id="37" name="Google Shape;37;p14"/>
              <p:cNvSpPr/>
              <p:nvPr/>
            </p:nvSpPr>
            <p:spPr>
              <a:xfrm>
                <a:off x="6134392" y="3650520"/>
                <a:ext cx="202239"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aleway"/>
                  <a:ea typeface="Raleway"/>
                  <a:cs typeface="Raleway"/>
                  <a:sym typeface="Raleway"/>
                </a:endParaRPr>
              </a:p>
            </p:txBody>
          </p:sp>
        </p:grpSp>
      </p:gr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
  <p:cSld name="OBJECT">
    <p:spTree>
      <p:nvGrpSpPr>
        <p:cNvPr id="38" name="Shape 38"/>
        <p:cNvGrpSpPr/>
        <p:nvPr/>
      </p:nvGrpSpPr>
      <p:grpSpPr>
        <a:xfrm>
          <a:off x="0" y="0"/>
          <a:ext cx="0" cy="0"/>
          <a:chOff x="0" y="0"/>
          <a:chExt cx="0" cy="0"/>
        </a:xfrm>
      </p:grpSpPr>
      <p:sp>
        <p:nvSpPr>
          <p:cNvPr id="39" name="Google Shape;39;p15"/>
          <p:cNvSpPr txBox="1"/>
          <p:nvPr>
            <p:ph type="title"/>
          </p:nvPr>
        </p:nvSpPr>
        <p:spPr>
          <a:xfrm>
            <a:off x="699660" y="502920"/>
            <a:ext cx="10515600" cy="978408"/>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5"/>
          <p:cNvSpPr txBox="1"/>
          <p:nvPr>
            <p:ph idx="1" type="body"/>
          </p:nvPr>
        </p:nvSpPr>
        <p:spPr>
          <a:xfrm>
            <a:off x="699660" y="1511748"/>
            <a:ext cx="10515600" cy="459943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5"/>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5"/>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44" name="Shape 44"/>
        <p:cNvGrpSpPr/>
        <p:nvPr/>
      </p:nvGrpSpPr>
      <p:grpSpPr>
        <a:xfrm>
          <a:off x="0" y="0"/>
          <a:ext cx="0" cy="0"/>
          <a:chOff x="0" y="0"/>
          <a:chExt cx="0" cy="0"/>
        </a:xfrm>
      </p:grpSpPr>
      <p:sp>
        <p:nvSpPr>
          <p:cNvPr id="45" name="Google Shape;45;p16"/>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6"/>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Title 2">
    <p:spTree>
      <p:nvGrpSpPr>
        <p:cNvPr id="48" name="Shape 48"/>
        <p:cNvGrpSpPr/>
        <p:nvPr/>
      </p:nvGrpSpPr>
      <p:grpSpPr>
        <a:xfrm>
          <a:off x="0" y="0"/>
          <a:ext cx="0" cy="0"/>
          <a:chOff x="0" y="0"/>
          <a:chExt cx="0" cy="0"/>
        </a:xfrm>
      </p:grpSpPr>
      <p:sp>
        <p:nvSpPr>
          <p:cNvPr id="49" name="Google Shape;49;p17"/>
          <p:cNvSpPr/>
          <p:nvPr/>
        </p:nvSpPr>
        <p:spPr>
          <a:xfrm>
            <a:off x="0" y="0"/>
            <a:ext cx="12192000" cy="6858000"/>
          </a:xfrm>
          <a:prstGeom prst="rect">
            <a:avLst/>
          </a:prstGeom>
          <a:solidFill>
            <a:srgbClr val="E5DED1">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nvGrpSpPr>
          <p:cNvPr id="50" name="Google Shape;50;p17"/>
          <p:cNvGrpSpPr/>
          <p:nvPr/>
        </p:nvGrpSpPr>
        <p:grpSpPr>
          <a:xfrm>
            <a:off x="6155340" y="3523340"/>
            <a:ext cx="6381175" cy="3753092"/>
            <a:chOff x="6475113" y="3751306"/>
            <a:chExt cx="5950372" cy="3499715"/>
          </a:xfrm>
        </p:grpSpPr>
        <p:sp>
          <p:nvSpPr>
            <p:cNvPr id="51" name="Google Shape;51;p17"/>
            <p:cNvSpPr/>
            <p:nvPr/>
          </p:nvSpPr>
          <p:spPr>
            <a:xfrm rot="2913124">
              <a:off x="10331814" y="5168071"/>
              <a:ext cx="1743712" cy="1720212"/>
            </a:xfrm>
            <a:custGeom>
              <a:rect b="b" l="l" r="r" t="t"/>
              <a:pathLst>
                <a:path extrusionOk="0" h="3018036" w="3059270">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2" name="Google Shape;52;p17"/>
            <p:cNvSpPr/>
            <p:nvPr/>
          </p:nvSpPr>
          <p:spPr>
            <a:xfrm rot="5400000">
              <a:off x="8635428" y="5107500"/>
              <a:ext cx="1767880" cy="1740899"/>
            </a:xfrm>
            <a:custGeom>
              <a:rect b="b" l="l" r="r" t="t"/>
              <a:pathLst>
                <a:path extrusionOk="0" h="1153680" w="1168418">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3" name="Google Shape;53;p17"/>
            <p:cNvSpPr/>
            <p:nvPr/>
          </p:nvSpPr>
          <p:spPr>
            <a:xfrm rot="10281995">
              <a:off x="9401726" y="3858921"/>
              <a:ext cx="1542396" cy="1438780"/>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4" name="Google Shape;54;p17"/>
            <p:cNvSpPr/>
            <p:nvPr/>
          </p:nvSpPr>
          <p:spPr>
            <a:xfrm rot="380068">
              <a:off x="6523263" y="5847961"/>
              <a:ext cx="2074852" cy="987636"/>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5" name="Google Shape;55;p17"/>
            <p:cNvSpPr/>
            <p:nvPr/>
          </p:nvSpPr>
          <p:spPr>
            <a:xfrm rot="-391138">
              <a:off x="6584033" y="3879526"/>
              <a:ext cx="2132596" cy="2023692"/>
            </a:xfrm>
            <a:custGeom>
              <a:rect b="b" l="l" r="r" t="t"/>
              <a:pathLst>
                <a:path extrusionOk="0" h="4841960" w="5102527">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56" name="Google Shape;56;p17"/>
            <p:cNvGrpSpPr/>
            <p:nvPr/>
          </p:nvGrpSpPr>
          <p:grpSpPr>
            <a:xfrm flipH="1">
              <a:off x="10919406" y="5908182"/>
              <a:ext cx="604535" cy="324056"/>
              <a:chOff x="5447388" y="3100610"/>
              <a:chExt cx="1500891" cy="804540"/>
            </a:xfrm>
          </p:grpSpPr>
          <p:sp>
            <p:nvSpPr>
              <p:cNvPr id="57" name="Google Shape;57;p17"/>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8" name="Google Shape;58;p17"/>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9" name="Google Shape;59;p17"/>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0" name="Google Shape;60;p17"/>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1" name="Google Shape;61;p17"/>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62" name="Google Shape;62;p17"/>
            <p:cNvGrpSpPr/>
            <p:nvPr/>
          </p:nvGrpSpPr>
          <p:grpSpPr>
            <a:xfrm flipH="1" rot="-10608409">
              <a:off x="7428881" y="4752302"/>
              <a:ext cx="572096" cy="287597"/>
              <a:chOff x="8996126" y="2372840"/>
              <a:chExt cx="657085" cy="330322"/>
            </a:xfrm>
          </p:grpSpPr>
          <p:sp>
            <p:nvSpPr>
              <p:cNvPr id="63" name="Google Shape;63;p17"/>
              <p:cNvSpPr/>
              <p:nvPr/>
            </p:nvSpPr>
            <p:spPr>
              <a:xfrm rot="528795">
                <a:off x="9017281" y="2390279"/>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1F1A11"/>
                  </a:solidFill>
                  <a:latin typeface="Raleway"/>
                  <a:ea typeface="Raleway"/>
                  <a:cs typeface="Raleway"/>
                  <a:sym typeface="Raleway"/>
                </a:endParaRPr>
              </a:p>
            </p:txBody>
          </p:sp>
          <p:sp>
            <p:nvSpPr>
              <p:cNvPr id="64" name="Google Shape;64;p17"/>
              <p:cNvSpPr/>
              <p:nvPr/>
            </p:nvSpPr>
            <p:spPr>
              <a:xfrm rot="528795">
                <a:off x="9122380" y="2397881"/>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1F1A11"/>
                  </a:solidFill>
                  <a:latin typeface="Raleway"/>
                  <a:ea typeface="Raleway"/>
                  <a:cs typeface="Raleway"/>
                  <a:sym typeface="Raleway"/>
                </a:endParaRPr>
              </a:p>
            </p:txBody>
          </p:sp>
          <p:sp>
            <p:nvSpPr>
              <p:cNvPr id="65" name="Google Shape;65;p17"/>
              <p:cNvSpPr/>
              <p:nvPr/>
            </p:nvSpPr>
            <p:spPr>
              <a:xfrm rot="-92683">
                <a:off x="9398861" y="2378603"/>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1F1A11"/>
                  </a:solidFill>
                  <a:latin typeface="Raleway"/>
                  <a:ea typeface="Raleway"/>
                  <a:cs typeface="Raleway"/>
                  <a:sym typeface="Raleway"/>
                </a:endParaRPr>
              </a:p>
            </p:txBody>
          </p:sp>
          <p:sp>
            <p:nvSpPr>
              <p:cNvPr id="66" name="Google Shape;66;p17"/>
              <p:cNvSpPr/>
              <p:nvPr/>
            </p:nvSpPr>
            <p:spPr>
              <a:xfrm rot="-92683">
                <a:off x="9489282" y="2376893"/>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1F1A11"/>
                  </a:solidFill>
                  <a:latin typeface="Raleway"/>
                  <a:ea typeface="Raleway"/>
                  <a:cs typeface="Raleway"/>
                  <a:sym typeface="Raleway"/>
                </a:endParaRPr>
              </a:p>
            </p:txBody>
          </p:sp>
        </p:grpSp>
        <p:grpSp>
          <p:nvGrpSpPr>
            <p:cNvPr id="67" name="Google Shape;67;p17"/>
            <p:cNvGrpSpPr/>
            <p:nvPr/>
          </p:nvGrpSpPr>
          <p:grpSpPr>
            <a:xfrm>
              <a:off x="7373325" y="6181858"/>
              <a:ext cx="553955" cy="373949"/>
              <a:chOff x="8646415" y="4684124"/>
              <a:chExt cx="636250" cy="429502"/>
            </a:xfrm>
          </p:grpSpPr>
          <p:sp>
            <p:nvSpPr>
              <p:cNvPr id="68" name="Google Shape;68;p17"/>
              <p:cNvSpPr/>
              <p:nvPr/>
            </p:nvSpPr>
            <p:spPr>
              <a:xfrm rot="5636109">
                <a:off x="9095021" y="4685732"/>
                <a:ext cx="139614" cy="226627"/>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9" name="Google Shape;69;p17"/>
              <p:cNvSpPr/>
              <p:nvPr/>
            </p:nvSpPr>
            <p:spPr>
              <a:xfrm rot="-4181624">
                <a:off x="8707105" y="4675603"/>
                <a:ext cx="139614" cy="226627"/>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0" name="Google Shape;70;p17"/>
              <p:cNvSpPr/>
              <p:nvPr/>
            </p:nvSpPr>
            <p:spPr>
              <a:xfrm flipH="1">
                <a:off x="8900601" y="5071230"/>
                <a:ext cx="93561" cy="42396"/>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71" name="Google Shape;71;p17"/>
            <p:cNvGrpSpPr/>
            <p:nvPr/>
          </p:nvGrpSpPr>
          <p:grpSpPr>
            <a:xfrm rot="624441">
              <a:off x="9976338" y="4396986"/>
              <a:ext cx="430914" cy="357606"/>
              <a:chOff x="7428639" y="1439246"/>
              <a:chExt cx="605570" cy="502550"/>
            </a:xfrm>
          </p:grpSpPr>
          <p:grpSp>
            <p:nvGrpSpPr>
              <p:cNvPr id="72" name="Google Shape;72;p17"/>
              <p:cNvGrpSpPr/>
              <p:nvPr/>
            </p:nvGrpSpPr>
            <p:grpSpPr>
              <a:xfrm>
                <a:off x="7428639" y="1439246"/>
                <a:ext cx="605570" cy="274395"/>
                <a:chOff x="7428639" y="1439246"/>
                <a:chExt cx="605570" cy="274395"/>
              </a:xfrm>
            </p:grpSpPr>
            <p:sp>
              <p:nvSpPr>
                <p:cNvPr id="73" name="Google Shape;73;p17"/>
                <p:cNvSpPr/>
                <p:nvPr/>
              </p:nvSpPr>
              <p:spPr>
                <a:xfrm flipH="1" rot="-757345">
                  <a:off x="7443521" y="1546719"/>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4" name="Google Shape;74;p17"/>
                <p:cNvSpPr/>
                <p:nvPr/>
              </p:nvSpPr>
              <p:spPr>
                <a:xfrm flipH="1" rot="-757345">
                  <a:off x="7871225" y="1453584"/>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75" name="Google Shape;75;p17"/>
              <p:cNvSpPr/>
              <p:nvPr/>
            </p:nvSpPr>
            <p:spPr>
              <a:xfrm rot="-555536">
                <a:off x="7702877" y="1813170"/>
                <a:ext cx="242399" cy="109841"/>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sp>
        <p:nvSpPr>
          <p:cNvPr id="76" name="Google Shape;76;p17"/>
          <p:cNvSpPr txBox="1"/>
          <p:nvPr>
            <p:ph type="title"/>
          </p:nvPr>
        </p:nvSpPr>
        <p:spPr>
          <a:xfrm>
            <a:off x="699660" y="1083226"/>
            <a:ext cx="5396340" cy="2877465"/>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7200"/>
              <a:buFont typeface="JasmineUPC"/>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7"/>
          <p:cNvSpPr txBox="1"/>
          <p:nvPr>
            <p:ph idx="1" type="subTitle"/>
          </p:nvPr>
        </p:nvSpPr>
        <p:spPr>
          <a:xfrm>
            <a:off x="699659" y="4721088"/>
            <a:ext cx="4299724" cy="1003852"/>
          </a:xfrm>
          <a:prstGeom prst="rect">
            <a:avLst/>
          </a:prstGeom>
          <a:noFill/>
          <a:ln>
            <a:noFill/>
          </a:ln>
        </p:spPr>
        <p:txBody>
          <a:bodyPr anchorCtr="0" anchor="b" bIns="45700" lIns="91425" spcFirstLastPara="1" rIns="91425" wrap="square" tIns="45700">
            <a:normAutofit/>
          </a:bodyPr>
          <a:lstStyle>
            <a:lvl1pPr lvl="0" algn="l">
              <a:lnSpc>
                <a:spcPct val="120000"/>
              </a:lnSpc>
              <a:spcBef>
                <a:spcPts val="0"/>
              </a:spcBef>
              <a:spcAft>
                <a:spcPts val="0"/>
              </a:spcAft>
              <a:buClr>
                <a:schemeClr val="dk2"/>
              </a:buClr>
              <a:buSzPts val="1600"/>
              <a:buNone/>
              <a:defRPr sz="1600" cap="none"/>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78" name="Google Shape;78;p17"/>
          <p:cNvSpPr txBox="1"/>
          <p:nvPr>
            <p:ph idx="11" type="ftr"/>
          </p:nvPr>
        </p:nvSpPr>
        <p:spPr>
          <a:xfrm>
            <a:off x="700790" y="256032"/>
            <a:ext cx="325661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0" type="dt"/>
          </p:nvPr>
        </p:nvSpPr>
        <p:spPr>
          <a:xfrm>
            <a:off x="700790" y="6341919"/>
            <a:ext cx="180646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7"/>
          <p:cNvSpPr txBox="1"/>
          <p:nvPr>
            <p:ph idx="12" type="sldNum"/>
          </p:nvPr>
        </p:nvSpPr>
        <p:spPr>
          <a:xfrm>
            <a:off x="5661337" y="6356350"/>
            <a:ext cx="54725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cSld name="Title 3">
    <p:spTree>
      <p:nvGrpSpPr>
        <p:cNvPr id="81" name="Shape 81"/>
        <p:cNvGrpSpPr/>
        <p:nvPr/>
      </p:nvGrpSpPr>
      <p:grpSpPr>
        <a:xfrm>
          <a:off x="0" y="0"/>
          <a:ext cx="0" cy="0"/>
          <a:chOff x="0" y="0"/>
          <a:chExt cx="0" cy="0"/>
        </a:xfrm>
      </p:grpSpPr>
      <p:sp>
        <p:nvSpPr>
          <p:cNvPr id="82" name="Google Shape;82;p18"/>
          <p:cNvSpPr/>
          <p:nvPr/>
        </p:nvSpPr>
        <p:spPr>
          <a:xfrm>
            <a:off x="0" y="0"/>
            <a:ext cx="12192000" cy="6858000"/>
          </a:xfrm>
          <a:prstGeom prst="rect">
            <a:avLst/>
          </a:prstGeom>
          <a:solidFill>
            <a:srgbClr val="E5DED1">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3" name="Google Shape;83;p18"/>
          <p:cNvSpPr/>
          <p:nvPr/>
        </p:nvSpPr>
        <p:spPr>
          <a:xfrm flipH="1" rot="-9824218">
            <a:off x="7803140" y="4302438"/>
            <a:ext cx="2632658" cy="2085627"/>
          </a:xfrm>
          <a:custGeom>
            <a:rect b="b" l="l" r="r" t="t"/>
            <a:pathLst>
              <a:path extrusionOk="0" h="3625979" w="4705957">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4" name="Google Shape;84;p18"/>
          <p:cNvSpPr/>
          <p:nvPr/>
        </p:nvSpPr>
        <p:spPr>
          <a:xfrm rot="6805257">
            <a:off x="5405552" y="4933006"/>
            <a:ext cx="2491987" cy="2489774"/>
          </a:xfrm>
          <a:custGeom>
            <a:rect b="b" l="l" r="r" t="t"/>
            <a:pathLst>
              <a:path extrusionOk="0" h="1181355" w="1179234">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5" name="Google Shape;85;p18"/>
          <p:cNvSpPr/>
          <p:nvPr/>
        </p:nvSpPr>
        <p:spPr>
          <a:xfrm rot="-8425219">
            <a:off x="9960866" y="3904502"/>
            <a:ext cx="2607437" cy="2846432"/>
          </a:xfrm>
          <a:custGeom>
            <a:rect b="b" l="l" r="r" t="t"/>
            <a:pathLst>
              <a:path extrusionOk="0" h="2846432" w="2607437">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6" name="Google Shape;86;p18"/>
          <p:cNvSpPr txBox="1"/>
          <p:nvPr>
            <p:ph type="title"/>
          </p:nvPr>
        </p:nvSpPr>
        <p:spPr>
          <a:xfrm>
            <a:off x="699660" y="1083226"/>
            <a:ext cx="5185661" cy="2877465"/>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7200"/>
              <a:buFont typeface="JasmineUPC"/>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8"/>
          <p:cNvSpPr txBox="1"/>
          <p:nvPr>
            <p:ph idx="1" type="subTitle"/>
          </p:nvPr>
        </p:nvSpPr>
        <p:spPr>
          <a:xfrm>
            <a:off x="699659" y="4721088"/>
            <a:ext cx="4314304" cy="1003852"/>
          </a:xfrm>
          <a:prstGeom prst="rect">
            <a:avLst/>
          </a:prstGeom>
          <a:noFill/>
          <a:ln>
            <a:noFill/>
          </a:ln>
        </p:spPr>
        <p:txBody>
          <a:bodyPr anchorCtr="0" anchor="b" bIns="45700" lIns="91425" spcFirstLastPara="1" rIns="91425" wrap="square" tIns="45700">
            <a:normAutofit/>
          </a:bodyPr>
          <a:lstStyle>
            <a:lvl1pPr lvl="0" algn="l">
              <a:lnSpc>
                <a:spcPct val="120000"/>
              </a:lnSpc>
              <a:spcBef>
                <a:spcPts val="0"/>
              </a:spcBef>
              <a:spcAft>
                <a:spcPts val="0"/>
              </a:spcAft>
              <a:buClr>
                <a:schemeClr val="dk2"/>
              </a:buClr>
              <a:buSzPts val="1600"/>
              <a:buNone/>
              <a:defRPr sz="1600" cap="none"/>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88" name="Google Shape;88;p18"/>
          <p:cNvSpPr txBox="1"/>
          <p:nvPr>
            <p:ph idx="11" type="ftr"/>
          </p:nvPr>
        </p:nvSpPr>
        <p:spPr>
          <a:xfrm>
            <a:off x="700790" y="256032"/>
            <a:ext cx="325661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8"/>
          <p:cNvSpPr txBox="1"/>
          <p:nvPr>
            <p:ph idx="10" type="dt"/>
          </p:nvPr>
        </p:nvSpPr>
        <p:spPr>
          <a:xfrm>
            <a:off x="700790" y="6341919"/>
            <a:ext cx="180646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8"/>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91" name="Google Shape;91;p18"/>
          <p:cNvGrpSpPr/>
          <p:nvPr/>
        </p:nvGrpSpPr>
        <p:grpSpPr>
          <a:xfrm flipH="1">
            <a:off x="8237290" y="4982118"/>
            <a:ext cx="898791" cy="481789"/>
            <a:chOff x="5447388" y="3100610"/>
            <a:chExt cx="1500891" cy="804540"/>
          </a:xfrm>
        </p:grpSpPr>
        <p:sp>
          <p:nvSpPr>
            <p:cNvPr id="92" name="Google Shape;92;p18"/>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3" name="Google Shape;93;p18"/>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4" name="Google Shape;94;p18"/>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5" name="Google Shape;95;p18"/>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6" name="Google Shape;96;p18"/>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97" name="Google Shape;97;p18"/>
          <p:cNvGrpSpPr/>
          <p:nvPr/>
        </p:nvGrpSpPr>
        <p:grpSpPr>
          <a:xfrm flipH="1" rot="-803190">
            <a:off x="5939045" y="5780574"/>
            <a:ext cx="713227" cy="495982"/>
            <a:chOff x="9834754" y="669444"/>
            <a:chExt cx="761160" cy="529315"/>
          </a:xfrm>
        </p:grpSpPr>
        <p:sp>
          <p:nvSpPr>
            <p:cNvPr id="98" name="Google Shape;98;p18"/>
            <p:cNvSpPr/>
            <p:nvPr/>
          </p:nvSpPr>
          <p:spPr>
            <a:xfrm rot="5636109">
              <a:off x="10405736" y="633065"/>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9" name="Google Shape;99;p18"/>
            <p:cNvSpPr/>
            <p:nvPr/>
          </p:nvSpPr>
          <p:spPr>
            <a:xfrm flipH="1" rot="-5636109">
              <a:off x="9883433" y="661928"/>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00" name="Google Shape;100;p18"/>
            <p:cNvSpPr/>
            <p:nvPr/>
          </p:nvSpPr>
          <p:spPr>
            <a:xfrm>
              <a:off x="10099691" y="1099560"/>
              <a:ext cx="257366" cy="99199"/>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p:cSld name="Title 4">
    <p:bg>
      <p:bgPr>
        <a:solidFill>
          <a:schemeClr val="accent3"/>
        </a:solidFill>
      </p:bgPr>
    </p:bg>
    <p:spTree>
      <p:nvGrpSpPr>
        <p:cNvPr id="101" name="Shape 101"/>
        <p:cNvGrpSpPr/>
        <p:nvPr/>
      </p:nvGrpSpPr>
      <p:grpSpPr>
        <a:xfrm>
          <a:off x="0" y="0"/>
          <a:ext cx="0" cy="0"/>
          <a:chOff x="0" y="0"/>
          <a:chExt cx="0" cy="0"/>
        </a:xfrm>
      </p:grpSpPr>
      <p:sp>
        <p:nvSpPr>
          <p:cNvPr id="102" name="Google Shape;102;p19"/>
          <p:cNvSpPr txBox="1"/>
          <p:nvPr>
            <p:ph type="title"/>
          </p:nvPr>
        </p:nvSpPr>
        <p:spPr>
          <a:xfrm>
            <a:off x="699660" y="1790060"/>
            <a:ext cx="6308041" cy="3277880"/>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lt2"/>
              </a:buClr>
              <a:buSzPts val="7200"/>
              <a:buFont typeface="JasmineUPC"/>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9"/>
          <p:cNvSpPr txBox="1"/>
          <p:nvPr>
            <p:ph idx="1" type="subTitle"/>
          </p:nvPr>
        </p:nvSpPr>
        <p:spPr>
          <a:xfrm>
            <a:off x="699659" y="5067940"/>
            <a:ext cx="4483511" cy="1078027"/>
          </a:xfrm>
          <a:prstGeom prst="rect">
            <a:avLst/>
          </a:prstGeom>
          <a:noFill/>
          <a:ln>
            <a:noFill/>
          </a:ln>
        </p:spPr>
        <p:txBody>
          <a:bodyPr anchorCtr="0" anchor="t" bIns="45700" lIns="91425" spcFirstLastPara="1" rIns="91425" wrap="square" tIns="45700">
            <a:normAutofit/>
          </a:bodyPr>
          <a:lstStyle>
            <a:lvl1pPr lvl="0" algn="l">
              <a:lnSpc>
                <a:spcPct val="120000"/>
              </a:lnSpc>
              <a:spcBef>
                <a:spcPts val="0"/>
              </a:spcBef>
              <a:spcAft>
                <a:spcPts val="0"/>
              </a:spcAft>
              <a:buClr>
                <a:schemeClr val="lt2"/>
              </a:buClr>
              <a:buSzPts val="1600"/>
              <a:buNone/>
              <a:defRPr sz="1600" cap="none"/>
            </a:lvl1pPr>
            <a:lvl2pPr lvl="1" algn="l">
              <a:lnSpc>
                <a:spcPct val="120000"/>
              </a:lnSpc>
              <a:spcBef>
                <a:spcPts val="500"/>
              </a:spcBef>
              <a:spcAft>
                <a:spcPts val="0"/>
              </a:spcAft>
              <a:buClr>
                <a:schemeClr val="lt2"/>
              </a:buClr>
              <a:buSzPts val="1800"/>
              <a:buChar char="•"/>
              <a:defRPr/>
            </a:lvl2pPr>
            <a:lvl3pPr lvl="2" algn="l">
              <a:lnSpc>
                <a:spcPct val="120000"/>
              </a:lnSpc>
              <a:spcBef>
                <a:spcPts val="500"/>
              </a:spcBef>
              <a:spcAft>
                <a:spcPts val="0"/>
              </a:spcAft>
              <a:buClr>
                <a:schemeClr val="lt2"/>
              </a:buClr>
              <a:buSzPts val="1800"/>
              <a:buChar char="•"/>
              <a:defRPr/>
            </a:lvl3pPr>
            <a:lvl4pPr lvl="3" algn="l">
              <a:lnSpc>
                <a:spcPct val="120000"/>
              </a:lnSpc>
              <a:spcBef>
                <a:spcPts val="500"/>
              </a:spcBef>
              <a:spcAft>
                <a:spcPts val="0"/>
              </a:spcAft>
              <a:buClr>
                <a:schemeClr val="lt2"/>
              </a:buClr>
              <a:buSzPts val="1800"/>
              <a:buChar char="•"/>
              <a:defRPr/>
            </a:lvl4pPr>
            <a:lvl5pPr lvl="4" algn="l">
              <a:lnSpc>
                <a:spcPct val="120000"/>
              </a:lnSpc>
              <a:spcBef>
                <a:spcPts val="500"/>
              </a:spcBef>
              <a:spcAft>
                <a:spcPts val="0"/>
              </a:spcAft>
              <a:buClr>
                <a:schemeClr val="lt2"/>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104" name="Google Shape;104;p19"/>
          <p:cNvSpPr txBox="1"/>
          <p:nvPr>
            <p:ph idx="11" type="ftr"/>
          </p:nvPr>
        </p:nvSpPr>
        <p:spPr>
          <a:xfrm>
            <a:off x="699660" y="256032"/>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9"/>
          <p:cNvSpPr txBox="1"/>
          <p:nvPr>
            <p:ph idx="10" type="dt"/>
          </p:nvPr>
        </p:nvSpPr>
        <p:spPr>
          <a:xfrm>
            <a:off x="700790" y="6356350"/>
            <a:ext cx="28806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9"/>
          <p:cNvSpPr txBox="1"/>
          <p:nvPr>
            <p:ph idx="12" type="sldNum"/>
          </p:nvPr>
        </p:nvSpPr>
        <p:spPr>
          <a:xfrm>
            <a:off x="11454245" y="6356350"/>
            <a:ext cx="54725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lt2"/>
                </a:solidFill>
                <a:latin typeface="Raleway"/>
                <a:ea typeface="Raleway"/>
                <a:cs typeface="Raleway"/>
                <a:sym typeface="Raleway"/>
              </a:defRPr>
            </a:lvl1pPr>
            <a:lvl2pPr indent="0" lvl="1" marL="0" algn="r">
              <a:spcBef>
                <a:spcPts val="0"/>
              </a:spcBef>
              <a:buNone/>
              <a:defRPr sz="800" cap="none">
                <a:solidFill>
                  <a:schemeClr val="lt2"/>
                </a:solidFill>
                <a:latin typeface="Raleway"/>
                <a:ea typeface="Raleway"/>
                <a:cs typeface="Raleway"/>
                <a:sym typeface="Raleway"/>
              </a:defRPr>
            </a:lvl2pPr>
            <a:lvl3pPr indent="0" lvl="2" marL="0" algn="r">
              <a:spcBef>
                <a:spcPts val="0"/>
              </a:spcBef>
              <a:buNone/>
              <a:defRPr sz="800" cap="none">
                <a:solidFill>
                  <a:schemeClr val="lt2"/>
                </a:solidFill>
                <a:latin typeface="Raleway"/>
                <a:ea typeface="Raleway"/>
                <a:cs typeface="Raleway"/>
                <a:sym typeface="Raleway"/>
              </a:defRPr>
            </a:lvl3pPr>
            <a:lvl4pPr indent="0" lvl="3" marL="0" algn="r">
              <a:spcBef>
                <a:spcPts val="0"/>
              </a:spcBef>
              <a:buNone/>
              <a:defRPr sz="800" cap="none">
                <a:solidFill>
                  <a:schemeClr val="lt2"/>
                </a:solidFill>
                <a:latin typeface="Raleway"/>
                <a:ea typeface="Raleway"/>
                <a:cs typeface="Raleway"/>
                <a:sym typeface="Raleway"/>
              </a:defRPr>
            </a:lvl4pPr>
            <a:lvl5pPr indent="0" lvl="4" marL="0" algn="r">
              <a:spcBef>
                <a:spcPts val="0"/>
              </a:spcBef>
              <a:buNone/>
              <a:defRPr sz="800" cap="none">
                <a:solidFill>
                  <a:schemeClr val="lt2"/>
                </a:solidFill>
                <a:latin typeface="Raleway"/>
                <a:ea typeface="Raleway"/>
                <a:cs typeface="Raleway"/>
                <a:sym typeface="Raleway"/>
              </a:defRPr>
            </a:lvl5pPr>
            <a:lvl6pPr indent="0" lvl="5" marL="0" algn="r">
              <a:spcBef>
                <a:spcPts val="0"/>
              </a:spcBef>
              <a:buNone/>
              <a:defRPr sz="800" cap="none">
                <a:solidFill>
                  <a:schemeClr val="lt2"/>
                </a:solidFill>
                <a:latin typeface="Raleway"/>
                <a:ea typeface="Raleway"/>
                <a:cs typeface="Raleway"/>
                <a:sym typeface="Raleway"/>
              </a:defRPr>
            </a:lvl6pPr>
            <a:lvl7pPr indent="0" lvl="6" marL="0" algn="r">
              <a:spcBef>
                <a:spcPts val="0"/>
              </a:spcBef>
              <a:buNone/>
              <a:defRPr sz="800" cap="none">
                <a:solidFill>
                  <a:schemeClr val="lt2"/>
                </a:solidFill>
                <a:latin typeface="Raleway"/>
                <a:ea typeface="Raleway"/>
                <a:cs typeface="Raleway"/>
                <a:sym typeface="Raleway"/>
              </a:defRPr>
            </a:lvl7pPr>
            <a:lvl8pPr indent="0" lvl="7" marL="0" algn="r">
              <a:spcBef>
                <a:spcPts val="0"/>
              </a:spcBef>
              <a:buNone/>
              <a:defRPr sz="800" cap="none">
                <a:solidFill>
                  <a:schemeClr val="lt2"/>
                </a:solidFill>
                <a:latin typeface="Raleway"/>
                <a:ea typeface="Raleway"/>
                <a:cs typeface="Raleway"/>
                <a:sym typeface="Raleway"/>
              </a:defRPr>
            </a:lvl8pPr>
            <a:lvl9pPr indent="0" lvl="8" marL="0" algn="r">
              <a:spcBef>
                <a:spcPts val="0"/>
              </a:spcBef>
              <a:buNone/>
              <a:defRPr sz="800" cap="none">
                <a:solidFill>
                  <a:schemeClr val="lt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19"/>
          <p:cNvSpPr/>
          <p:nvPr/>
        </p:nvSpPr>
        <p:spPr>
          <a:xfrm rot="2599426">
            <a:off x="9363569" y="1876067"/>
            <a:ext cx="1800041" cy="1775781"/>
          </a:xfrm>
          <a:custGeom>
            <a:rect b="b" l="l" r="r" t="t"/>
            <a:pathLst>
              <a:path extrusionOk="0" h="3018036" w="3059270">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108" name="Google Shape;108;p19"/>
          <p:cNvGrpSpPr/>
          <p:nvPr/>
        </p:nvGrpSpPr>
        <p:grpSpPr>
          <a:xfrm rot="-10244741">
            <a:off x="8850308" y="3582425"/>
            <a:ext cx="2188889" cy="2052424"/>
            <a:chOff x="7749926" y="3136297"/>
            <a:chExt cx="3434150" cy="3220050"/>
          </a:xfrm>
        </p:grpSpPr>
        <p:sp>
          <p:nvSpPr>
            <p:cNvPr id="109" name="Google Shape;109;p19"/>
            <p:cNvSpPr/>
            <p:nvPr/>
          </p:nvSpPr>
          <p:spPr>
            <a:xfrm rot="10800000">
              <a:off x="7752107" y="3136297"/>
              <a:ext cx="3417806" cy="1667642"/>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10" name="Google Shape;110;p19"/>
            <p:cNvSpPr/>
            <p:nvPr/>
          </p:nvSpPr>
          <p:spPr>
            <a:xfrm flipH="1" rot="10800000">
              <a:off x="7749926" y="4717704"/>
              <a:ext cx="3434150" cy="1638643"/>
            </a:xfrm>
            <a:custGeom>
              <a:rect b="b" l="l" r="r" t="t"/>
              <a:pathLst>
                <a:path extrusionOk="0" h="3141721" w="4703179">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111" name="Google Shape;111;p19"/>
          <p:cNvSpPr/>
          <p:nvPr/>
        </p:nvSpPr>
        <p:spPr>
          <a:xfrm rot="10580307">
            <a:off x="8703723" y="5657235"/>
            <a:ext cx="2324888" cy="1163706"/>
          </a:xfrm>
          <a:custGeom>
            <a:rect b="b" l="l" r="r" t="t"/>
            <a:pathLst>
              <a:path extrusionOk="0" h="1570872" w="2876897">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112" name="Google Shape;112;p19"/>
          <p:cNvGrpSpPr/>
          <p:nvPr/>
        </p:nvGrpSpPr>
        <p:grpSpPr>
          <a:xfrm flipH="1">
            <a:off x="9544338" y="4891989"/>
            <a:ext cx="682710" cy="365961"/>
            <a:chOff x="5447388" y="3100610"/>
            <a:chExt cx="1500891" cy="804540"/>
          </a:xfrm>
        </p:grpSpPr>
        <p:sp>
          <p:nvSpPr>
            <p:cNvPr id="113" name="Google Shape;113;p19"/>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14" name="Google Shape;114;p19"/>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15" name="Google Shape;115;p19"/>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16" name="Google Shape;116;p19"/>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17" name="Google Shape;117;p19"/>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118" name="Google Shape;118;p19"/>
          <p:cNvGrpSpPr/>
          <p:nvPr/>
        </p:nvGrpSpPr>
        <p:grpSpPr>
          <a:xfrm flipH="1">
            <a:off x="9895197" y="2680678"/>
            <a:ext cx="736668" cy="524659"/>
            <a:chOff x="-1719037" y="5385567"/>
            <a:chExt cx="736668" cy="524659"/>
          </a:xfrm>
        </p:grpSpPr>
        <p:grpSp>
          <p:nvGrpSpPr>
            <p:cNvPr id="119" name="Google Shape;119;p19"/>
            <p:cNvGrpSpPr/>
            <p:nvPr/>
          </p:nvGrpSpPr>
          <p:grpSpPr>
            <a:xfrm>
              <a:off x="-1719037" y="5385567"/>
              <a:ext cx="736668" cy="336009"/>
              <a:chOff x="1148701" y="1742835"/>
              <a:chExt cx="736668" cy="336009"/>
            </a:xfrm>
          </p:grpSpPr>
          <p:sp>
            <p:nvSpPr>
              <p:cNvPr id="120" name="Google Shape;120;p19"/>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21" name="Google Shape;121;p19"/>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22" name="Google Shape;122;p19"/>
              <p:cNvSpPr/>
              <p:nvPr/>
            </p:nvSpPr>
            <p:spPr>
              <a:xfrm flipH="1" rot="10462796">
                <a:off x="1575997"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23" name="Google Shape;123;p19"/>
              <p:cNvSpPr/>
              <p:nvPr/>
            </p:nvSpPr>
            <p:spPr>
              <a:xfrm flipH="1" rot="7822065">
                <a:off x="1711783"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124" name="Google Shape;124;p19"/>
            <p:cNvSpPr/>
            <p:nvPr/>
          </p:nvSpPr>
          <p:spPr>
            <a:xfrm rot="5784107">
              <a:off x="-1424104" y="5771915"/>
              <a:ext cx="124751" cy="137337"/>
            </a:xfrm>
            <a:prstGeom prst="ellipse">
              <a:avLst/>
            </a:prstGeom>
            <a:noFill/>
            <a:ln cap="flat"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p:cSld name="Title with Picture">
    <p:spTree>
      <p:nvGrpSpPr>
        <p:cNvPr id="125" name="Shape 125"/>
        <p:cNvGrpSpPr/>
        <p:nvPr/>
      </p:nvGrpSpPr>
      <p:grpSpPr>
        <a:xfrm>
          <a:off x="0" y="0"/>
          <a:ext cx="0" cy="0"/>
          <a:chOff x="0" y="0"/>
          <a:chExt cx="0" cy="0"/>
        </a:xfrm>
      </p:grpSpPr>
      <p:sp>
        <p:nvSpPr>
          <p:cNvPr id="126" name="Google Shape;126;p20"/>
          <p:cNvSpPr/>
          <p:nvPr/>
        </p:nvSpPr>
        <p:spPr>
          <a:xfrm>
            <a:off x="0" y="0"/>
            <a:ext cx="12192000" cy="6858000"/>
          </a:xfrm>
          <a:prstGeom prst="rect">
            <a:avLst/>
          </a:prstGeom>
          <a:solidFill>
            <a:srgbClr val="E5DED1">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127" name="Google Shape;127;p20"/>
          <p:cNvSpPr txBox="1"/>
          <p:nvPr>
            <p:ph type="title"/>
          </p:nvPr>
        </p:nvSpPr>
        <p:spPr>
          <a:xfrm>
            <a:off x="699660" y="1133061"/>
            <a:ext cx="4576888" cy="3588027"/>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7200"/>
              <a:buFont typeface="JasmineUPC"/>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0"/>
          <p:cNvSpPr txBox="1"/>
          <p:nvPr>
            <p:ph idx="1" type="subTitle"/>
          </p:nvPr>
        </p:nvSpPr>
        <p:spPr>
          <a:xfrm>
            <a:off x="699659" y="4721088"/>
            <a:ext cx="4298593" cy="1003852"/>
          </a:xfrm>
          <a:prstGeom prst="rect">
            <a:avLst/>
          </a:prstGeom>
          <a:noFill/>
          <a:ln>
            <a:noFill/>
          </a:ln>
        </p:spPr>
        <p:txBody>
          <a:bodyPr anchorCtr="0" anchor="b" bIns="45700" lIns="91425" spcFirstLastPara="1" rIns="91425" wrap="square" tIns="45700">
            <a:normAutofit/>
          </a:bodyPr>
          <a:lstStyle>
            <a:lvl1pPr lvl="0" algn="l">
              <a:lnSpc>
                <a:spcPct val="120000"/>
              </a:lnSpc>
              <a:spcBef>
                <a:spcPts val="0"/>
              </a:spcBef>
              <a:spcAft>
                <a:spcPts val="0"/>
              </a:spcAft>
              <a:buClr>
                <a:schemeClr val="dk2"/>
              </a:buClr>
              <a:buSzPts val="1600"/>
              <a:buNone/>
              <a:defRPr sz="1600" cap="none"/>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29" name="Google Shape;129;p20"/>
          <p:cNvSpPr txBox="1"/>
          <p:nvPr>
            <p:ph idx="11" type="ftr"/>
          </p:nvPr>
        </p:nvSpPr>
        <p:spPr>
          <a:xfrm>
            <a:off x="700790" y="256032"/>
            <a:ext cx="325661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0"/>
          <p:cNvSpPr txBox="1"/>
          <p:nvPr>
            <p:ph idx="10" type="dt"/>
          </p:nvPr>
        </p:nvSpPr>
        <p:spPr>
          <a:xfrm>
            <a:off x="700790" y="6341919"/>
            <a:ext cx="180646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0"/>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32" name="Google Shape;132;p20"/>
          <p:cNvPicPr preferRelativeResize="0"/>
          <p:nvPr>
            <p:ph idx="2" type="pic"/>
          </p:nvPr>
        </p:nvPicPr>
        <p:blipFill/>
        <p:spPr>
          <a:xfrm>
            <a:off x="5602083" y="1542762"/>
            <a:ext cx="5707601" cy="5315238"/>
          </a:xfrm>
          <a:prstGeom prst="rect">
            <a:avLst/>
          </a:prstGeom>
          <a:blipFill rotWithShape="1">
            <a:blip r:embed="rId2">
              <a:alphaModFix amt="60000"/>
            </a:blip>
            <a:stretch>
              <a:fillRect b="0" l="0" r="0" t="0"/>
            </a:stretch>
          </a:blipFill>
          <a:ln>
            <a:noFill/>
          </a:ln>
        </p:spPr>
      </p:pic>
      <p:sp>
        <p:nvSpPr>
          <p:cNvPr id="133" name="Google Shape;133;p20"/>
          <p:cNvSpPr/>
          <p:nvPr/>
        </p:nvSpPr>
        <p:spPr>
          <a:xfrm>
            <a:off x="8166776" y="0"/>
            <a:ext cx="4025224" cy="2166290"/>
          </a:xfrm>
          <a:custGeom>
            <a:rect b="b" l="l" r="r" t="t"/>
            <a:pathLst>
              <a:path extrusionOk="0" h="2166290" w="4025224">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2">
  <p:cSld name="Title with Picture 2">
    <p:bg>
      <p:bgPr>
        <a:solidFill>
          <a:schemeClr val="lt2"/>
        </a:solidFill>
      </p:bgPr>
    </p:bg>
    <p:spTree>
      <p:nvGrpSpPr>
        <p:cNvPr id="134" name="Shape 134"/>
        <p:cNvGrpSpPr/>
        <p:nvPr/>
      </p:nvGrpSpPr>
      <p:grpSpPr>
        <a:xfrm>
          <a:off x="0" y="0"/>
          <a:ext cx="0" cy="0"/>
          <a:chOff x="0" y="0"/>
          <a:chExt cx="0" cy="0"/>
        </a:xfrm>
      </p:grpSpPr>
      <p:pic>
        <p:nvPicPr>
          <p:cNvPr id="135" name="Google Shape;135;p21"/>
          <p:cNvPicPr preferRelativeResize="0"/>
          <p:nvPr>
            <p:ph idx="2" type="pic"/>
          </p:nvPr>
        </p:nvPicPr>
        <p:blipFill/>
        <p:spPr>
          <a:xfrm>
            <a:off x="0" y="0"/>
            <a:ext cx="12192000" cy="6858000"/>
          </a:xfrm>
          <a:prstGeom prst="rect">
            <a:avLst/>
          </a:prstGeom>
          <a:blipFill rotWithShape="1">
            <a:blip r:embed="rId2">
              <a:alphaModFix amt="60000"/>
            </a:blip>
            <a:stretch>
              <a:fillRect b="0" l="0" r="0" t="0"/>
            </a:stretch>
          </a:blipFill>
          <a:ln>
            <a:noFill/>
          </a:ln>
        </p:spPr>
      </p:pic>
      <p:sp>
        <p:nvSpPr>
          <p:cNvPr id="136" name="Google Shape;136;p21"/>
          <p:cNvSpPr/>
          <p:nvPr/>
        </p:nvSpPr>
        <p:spPr>
          <a:xfrm flipH="1">
            <a:off x="6213837" y="739228"/>
            <a:ext cx="5448722" cy="4494463"/>
          </a:xfrm>
          <a:custGeom>
            <a:rect b="b" l="l" r="r" t="t"/>
            <a:pathLst>
              <a:path extrusionOk="0" h="3077429" w="4723365">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37" name="Google Shape;137;p21"/>
          <p:cNvSpPr/>
          <p:nvPr/>
        </p:nvSpPr>
        <p:spPr>
          <a:xfrm flipH="1" rot="10800000">
            <a:off x="6644615" y="5223305"/>
            <a:ext cx="4421642" cy="1651023"/>
          </a:xfrm>
          <a:custGeom>
            <a:rect b="b" l="l" r="r" t="t"/>
            <a:pathLst>
              <a:path extrusionOk="0" h="1651023" w="4421642">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38" name="Google Shape;138;p21"/>
          <p:cNvSpPr txBox="1"/>
          <p:nvPr>
            <p:ph type="ctrTitle"/>
          </p:nvPr>
        </p:nvSpPr>
        <p:spPr>
          <a:xfrm>
            <a:off x="6952503" y="1335635"/>
            <a:ext cx="4010358" cy="2396362"/>
          </a:xfrm>
          <a:prstGeom prst="rect">
            <a:avLst/>
          </a:prstGeom>
          <a:noFill/>
          <a:ln>
            <a:noFill/>
          </a:ln>
        </p:spPr>
        <p:txBody>
          <a:bodyPr anchorCtr="0" anchor="ctr" bIns="45700" lIns="91425" spcFirstLastPara="1" rIns="91425" wrap="square" tIns="45700">
            <a:normAutofit/>
          </a:bodyPr>
          <a:lstStyle>
            <a:lvl1pPr lvl="0" algn="ctr">
              <a:lnSpc>
                <a:spcPct val="55000"/>
              </a:lnSpc>
              <a:spcBef>
                <a:spcPts val="0"/>
              </a:spcBef>
              <a:spcAft>
                <a:spcPts val="0"/>
              </a:spcAft>
              <a:buClr>
                <a:schemeClr val="lt2"/>
              </a:buClr>
              <a:buSzPts val="6600"/>
              <a:buFont typeface="JasmineUPC"/>
              <a:buNone/>
              <a:defRPr sz="66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21"/>
          <p:cNvSpPr txBox="1"/>
          <p:nvPr>
            <p:ph idx="1" type="subTitle"/>
          </p:nvPr>
        </p:nvSpPr>
        <p:spPr>
          <a:xfrm>
            <a:off x="7514704" y="3850055"/>
            <a:ext cx="3042459" cy="1003853"/>
          </a:xfrm>
          <a:prstGeom prst="rect">
            <a:avLst/>
          </a:prstGeom>
          <a:noFill/>
          <a:ln>
            <a:noFill/>
          </a:ln>
        </p:spPr>
        <p:txBody>
          <a:bodyPr anchorCtr="0" anchor="ctr" bIns="45700" lIns="91425" spcFirstLastPara="1" rIns="91425" wrap="square" tIns="45700">
            <a:normAutofit/>
          </a:bodyPr>
          <a:lstStyle>
            <a:lvl1pPr lvl="0" algn="ctr">
              <a:lnSpc>
                <a:spcPct val="110000"/>
              </a:lnSpc>
              <a:spcBef>
                <a:spcPts val="1000"/>
              </a:spcBef>
              <a:spcAft>
                <a:spcPts val="0"/>
              </a:spcAft>
              <a:buClr>
                <a:schemeClr val="lt2"/>
              </a:buClr>
              <a:buSzPts val="1600"/>
              <a:buNone/>
              <a:defRPr sz="1600">
                <a:solidFill>
                  <a:schemeClr val="lt2"/>
                </a:solidFill>
              </a:defRPr>
            </a:lvl1pPr>
            <a:lvl2pPr lvl="1" algn="ctr">
              <a:lnSpc>
                <a:spcPct val="120000"/>
              </a:lnSpc>
              <a:spcBef>
                <a:spcPts val="500"/>
              </a:spcBef>
              <a:spcAft>
                <a:spcPts val="0"/>
              </a:spcAft>
              <a:buClr>
                <a:schemeClr val="lt2"/>
              </a:buClr>
              <a:buSzPts val="2000"/>
              <a:buNone/>
              <a:defRPr sz="2000"/>
            </a:lvl2pPr>
            <a:lvl3pPr lvl="2" algn="ctr">
              <a:lnSpc>
                <a:spcPct val="120000"/>
              </a:lnSpc>
              <a:spcBef>
                <a:spcPts val="500"/>
              </a:spcBef>
              <a:spcAft>
                <a:spcPts val="0"/>
              </a:spcAft>
              <a:buClr>
                <a:schemeClr val="lt2"/>
              </a:buClr>
              <a:buSzPts val="1800"/>
              <a:buNone/>
              <a:defRPr sz="1800"/>
            </a:lvl3pPr>
            <a:lvl4pPr lvl="3" algn="ctr">
              <a:lnSpc>
                <a:spcPct val="120000"/>
              </a:lnSpc>
              <a:spcBef>
                <a:spcPts val="500"/>
              </a:spcBef>
              <a:spcAft>
                <a:spcPts val="0"/>
              </a:spcAft>
              <a:buClr>
                <a:schemeClr val="lt2"/>
              </a:buClr>
              <a:buSzPts val="1600"/>
              <a:buNone/>
              <a:defRPr sz="1600"/>
            </a:lvl4pPr>
            <a:lvl5pPr lvl="4" algn="ctr">
              <a:lnSpc>
                <a:spcPct val="12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40" name="Google Shape;140;p21"/>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1"/>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1"/>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1"/>
                </a:solidFill>
                <a:latin typeface="Raleway"/>
                <a:ea typeface="Raleway"/>
                <a:cs typeface="Raleway"/>
                <a:sym typeface="Raleway"/>
              </a:defRPr>
            </a:lvl1pPr>
            <a:lvl2pPr indent="0" lvl="1" marL="0" algn="r">
              <a:spcBef>
                <a:spcPts val="0"/>
              </a:spcBef>
              <a:buNone/>
              <a:defRPr sz="800" cap="none">
                <a:solidFill>
                  <a:schemeClr val="dk1"/>
                </a:solidFill>
                <a:latin typeface="Raleway"/>
                <a:ea typeface="Raleway"/>
                <a:cs typeface="Raleway"/>
                <a:sym typeface="Raleway"/>
              </a:defRPr>
            </a:lvl2pPr>
            <a:lvl3pPr indent="0" lvl="2" marL="0" algn="r">
              <a:spcBef>
                <a:spcPts val="0"/>
              </a:spcBef>
              <a:buNone/>
              <a:defRPr sz="800" cap="none">
                <a:solidFill>
                  <a:schemeClr val="dk1"/>
                </a:solidFill>
                <a:latin typeface="Raleway"/>
                <a:ea typeface="Raleway"/>
                <a:cs typeface="Raleway"/>
                <a:sym typeface="Raleway"/>
              </a:defRPr>
            </a:lvl3pPr>
            <a:lvl4pPr indent="0" lvl="3" marL="0" algn="r">
              <a:spcBef>
                <a:spcPts val="0"/>
              </a:spcBef>
              <a:buNone/>
              <a:defRPr sz="800" cap="none">
                <a:solidFill>
                  <a:schemeClr val="dk1"/>
                </a:solidFill>
                <a:latin typeface="Raleway"/>
                <a:ea typeface="Raleway"/>
                <a:cs typeface="Raleway"/>
                <a:sym typeface="Raleway"/>
              </a:defRPr>
            </a:lvl4pPr>
            <a:lvl5pPr indent="0" lvl="4" marL="0" algn="r">
              <a:spcBef>
                <a:spcPts val="0"/>
              </a:spcBef>
              <a:buNone/>
              <a:defRPr sz="800" cap="none">
                <a:solidFill>
                  <a:schemeClr val="dk1"/>
                </a:solidFill>
                <a:latin typeface="Raleway"/>
                <a:ea typeface="Raleway"/>
                <a:cs typeface="Raleway"/>
                <a:sym typeface="Raleway"/>
              </a:defRPr>
            </a:lvl5pPr>
            <a:lvl6pPr indent="0" lvl="5" marL="0" algn="r">
              <a:spcBef>
                <a:spcPts val="0"/>
              </a:spcBef>
              <a:buNone/>
              <a:defRPr sz="800" cap="none">
                <a:solidFill>
                  <a:schemeClr val="dk1"/>
                </a:solidFill>
                <a:latin typeface="Raleway"/>
                <a:ea typeface="Raleway"/>
                <a:cs typeface="Raleway"/>
                <a:sym typeface="Raleway"/>
              </a:defRPr>
            </a:lvl6pPr>
            <a:lvl7pPr indent="0" lvl="6" marL="0" algn="r">
              <a:spcBef>
                <a:spcPts val="0"/>
              </a:spcBef>
              <a:buNone/>
              <a:defRPr sz="800" cap="none">
                <a:solidFill>
                  <a:schemeClr val="dk1"/>
                </a:solidFill>
                <a:latin typeface="Raleway"/>
                <a:ea typeface="Raleway"/>
                <a:cs typeface="Raleway"/>
                <a:sym typeface="Raleway"/>
              </a:defRPr>
            </a:lvl7pPr>
            <a:lvl8pPr indent="0" lvl="7" marL="0" algn="r">
              <a:spcBef>
                <a:spcPts val="0"/>
              </a:spcBef>
              <a:buNone/>
              <a:defRPr sz="800" cap="none">
                <a:solidFill>
                  <a:schemeClr val="dk1"/>
                </a:solidFill>
                <a:latin typeface="Raleway"/>
                <a:ea typeface="Raleway"/>
                <a:cs typeface="Raleway"/>
                <a:sym typeface="Raleway"/>
              </a:defRPr>
            </a:lvl8pPr>
            <a:lvl9pPr indent="0" lvl="8" marL="0" algn="r">
              <a:spcBef>
                <a:spcPts val="0"/>
              </a:spcBef>
              <a:buNone/>
              <a:defRPr sz="800" cap="none">
                <a:solidFill>
                  <a:schemeClr val="dk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3">
  <p:cSld name="Title with Picture 3">
    <p:spTree>
      <p:nvGrpSpPr>
        <p:cNvPr id="143" name="Shape 143"/>
        <p:cNvGrpSpPr/>
        <p:nvPr/>
      </p:nvGrpSpPr>
      <p:grpSpPr>
        <a:xfrm>
          <a:off x="0" y="0"/>
          <a:ext cx="0" cy="0"/>
          <a:chOff x="0" y="0"/>
          <a:chExt cx="0" cy="0"/>
        </a:xfrm>
      </p:grpSpPr>
      <p:sp>
        <p:nvSpPr>
          <p:cNvPr id="144" name="Google Shape;144;p22"/>
          <p:cNvSpPr/>
          <p:nvPr/>
        </p:nvSpPr>
        <p:spPr>
          <a:xfrm>
            <a:off x="0" y="0"/>
            <a:ext cx="12192000" cy="6858000"/>
          </a:xfrm>
          <a:prstGeom prst="rect">
            <a:avLst/>
          </a:prstGeom>
          <a:solidFill>
            <a:srgbClr val="E5DED1">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pic>
        <p:nvPicPr>
          <p:cNvPr id="145" name="Google Shape;145;p22"/>
          <p:cNvPicPr preferRelativeResize="0"/>
          <p:nvPr>
            <p:ph idx="2" type="pic"/>
          </p:nvPr>
        </p:nvPicPr>
        <p:blipFill/>
        <p:spPr>
          <a:xfrm>
            <a:off x="0" y="0"/>
            <a:ext cx="12192000" cy="6858000"/>
          </a:xfrm>
          <a:prstGeom prst="rect">
            <a:avLst/>
          </a:prstGeom>
          <a:blipFill rotWithShape="1">
            <a:blip r:embed="rId2">
              <a:alphaModFix amt="60000"/>
            </a:blip>
            <a:stretch>
              <a:fillRect b="0" l="0" r="0" t="0"/>
            </a:stretch>
          </a:blipFill>
          <a:ln>
            <a:noFill/>
          </a:ln>
        </p:spPr>
      </p:pic>
      <p:sp>
        <p:nvSpPr>
          <p:cNvPr id="146" name="Google Shape;146;p22"/>
          <p:cNvSpPr txBox="1"/>
          <p:nvPr>
            <p:ph type="ctrTitle"/>
          </p:nvPr>
        </p:nvSpPr>
        <p:spPr>
          <a:xfrm>
            <a:off x="1356852" y="1828800"/>
            <a:ext cx="2967246" cy="2280895"/>
          </a:xfrm>
          <a:prstGeom prst="rect">
            <a:avLst/>
          </a:prstGeom>
          <a:noFill/>
          <a:ln>
            <a:noFill/>
          </a:ln>
        </p:spPr>
        <p:txBody>
          <a:bodyPr anchorCtr="0" anchor="ctr" bIns="45700" lIns="91425" spcFirstLastPara="1" rIns="91425" wrap="square" tIns="45700">
            <a:normAutofit/>
          </a:bodyPr>
          <a:lstStyle>
            <a:lvl1pPr lvl="0" algn="ctr">
              <a:lnSpc>
                <a:spcPct val="55000"/>
              </a:lnSpc>
              <a:spcBef>
                <a:spcPts val="0"/>
              </a:spcBef>
              <a:spcAft>
                <a:spcPts val="0"/>
              </a:spcAft>
              <a:buClr>
                <a:schemeClr val="dk2"/>
              </a:buClr>
              <a:buSzPts val="5600"/>
              <a:buFont typeface="JasmineUPC"/>
              <a:buNone/>
              <a:defRPr sz="5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2"/>
          <p:cNvSpPr txBox="1"/>
          <p:nvPr>
            <p:ph idx="1" type="subTitle"/>
          </p:nvPr>
        </p:nvSpPr>
        <p:spPr>
          <a:xfrm>
            <a:off x="1632156" y="4278943"/>
            <a:ext cx="2477728" cy="855625"/>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1000"/>
              </a:spcBef>
              <a:spcAft>
                <a:spcPts val="0"/>
              </a:spcAft>
              <a:buClr>
                <a:schemeClr val="dk2"/>
              </a:buClr>
              <a:buSzPts val="1400"/>
              <a:buNone/>
              <a:defRPr sz="1400">
                <a:solidFill>
                  <a:schemeClr val="dk2"/>
                </a:solidFill>
              </a:defRPr>
            </a:lvl1pPr>
            <a:lvl2pPr lvl="1" algn="ctr">
              <a:lnSpc>
                <a:spcPct val="120000"/>
              </a:lnSpc>
              <a:spcBef>
                <a:spcPts val="500"/>
              </a:spcBef>
              <a:spcAft>
                <a:spcPts val="0"/>
              </a:spcAft>
              <a:buClr>
                <a:schemeClr val="dk2"/>
              </a:buClr>
              <a:buSzPts val="2000"/>
              <a:buNone/>
              <a:defRPr sz="2000"/>
            </a:lvl2pPr>
            <a:lvl3pPr lvl="2" algn="ctr">
              <a:lnSpc>
                <a:spcPct val="120000"/>
              </a:lnSpc>
              <a:spcBef>
                <a:spcPts val="500"/>
              </a:spcBef>
              <a:spcAft>
                <a:spcPts val="0"/>
              </a:spcAft>
              <a:buClr>
                <a:schemeClr val="dk2"/>
              </a:buClr>
              <a:buSzPts val="1800"/>
              <a:buNone/>
              <a:defRPr sz="1800"/>
            </a:lvl3pPr>
            <a:lvl4pPr lvl="3" algn="ctr">
              <a:lnSpc>
                <a:spcPct val="120000"/>
              </a:lnSpc>
              <a:spcBef>
                <a:spcPts val="500"/>
              </a:spcBef>
              <a:spcAft>
                <a:spcPts val="0"/>
              </a:spcAft>
              <a:buClr>
                <a:schemeClr val="dk2"/>
              </a:buClr>
              <a:buSzPts val="1600"/>
              <a:buNone/>
              <a:defRPr sz="1600"/>
            </a:lvl4pPr>
            <a:lvl5pPr lvl="4" algn="ctr">
              <a:lnSpc>
                <a:spcPct val="12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8" name="Google Shape;148;p22"/>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2"/>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2"/>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1"/>
                </a:solidFill>
                <a:latin typeface="Raleway"/>
                <a:ea typeface="Raleway"/>
                <a:cs typeface="Raleway"/>
                <a:sym typeface="Raleway"/>
              </a:defRPr>
            </a:lvl1pPr>
            <a:lvl2pPr indent="0" lvl="1" marL="0" algn="r">
              <a:spcBef>
                <a:spcPts val="0"/>
              </a:spcBef>
              <a:buNone/>
              <a:defRPr sz="800" cap="none">
                <a:solidFill>
                  <a:schemeClr val="dk1"/>
                </a:solidFill>
                <a:latin typeface="Raleway"/>
                <a:ea typeface="Raleway"/>
                <a:cs typeface="Raleway"/>
                <a:sym typeface="Raleway"/>
              </a:defRPr>
            </a:lvl2pPr>
            <a:lvl3pPr indent="0" lvl="2" marL="0" algn="r">
              <a:spcBef>
                <a:spcPts val="0"/>
              </a:spcBef>
              <a:buNone/>
              <a:defRPr sz="800" cap="none">
                <a:solidFill>
                  <a:schemeClr val="dk1"/>
                </a:solidFill>
                <a:latin typeface="Raleway"/>
                <a:ea typeface="Raleway"/>
                <a:cs typeface="Raleway"/>
                <a:sym typeface="Raleway"/>
              </a:defRPr>
            </a:lvl3pPr>
            <a:lvl4pPr indent="0" lvl="3" marL="0" algn="r">
              <a:spcBef>
                <a:spcPts val="0"/>
              </a:spcBef>
              <a:buNone/>
              <a:defRPr sz="800" cap="none">
                <a:solidFill>
                  <a:schemeClr val="dk1"/>
                </a:solidFill>
                <a:latin typeface="Raleway"/>
                <a:ea typeface="Raleway"/>
                <a:cs typeface="Raleway"/>
                <a:sym typeface="Raleway"/>
              </a:defRPr>
            </a:lvl4pPr>
            <a:lvl5pPr indent="0" lvl="4" marL="0" algn="r">
              <a:spcBef>
                <a:spcPts val="0"/>
              </a:spcBef>
              <a:buNone/>
              <a:defRPr sz="800" cap="none">
                <a:solidFill>
                  <a:schemeClr val="dk1"/>
                </a:solidFill>
                <a:latin typeface="Raleway"/>
                <a:ea typeface="Raleway"/>
                <a:cs typeface="Raleway"/>
                <a:sym typeface="Raleway"/>
              </a:defRPr>
            </a:lvl5pPr>
            <a:lvl6pPr indent="0" lvl="5" marL="0" algn="r">
              <a:spcBef>
                <a:spcPts val="0"/>
              </a:spcBef>
              <a:buNone/>
              <a:defRPr sz="800" cap="none">
                <a:solidFill>
                  <a:schemeClr val="dk1"/>
                </a:solidFill>
                <a:latin typeface="Raleway"/>
                <a:ea typeface="Raleway"/>
                <a:cs typeface="Raleway"/>
                <a:sym typeface="Raleway"/>
              </a:defRPr>
            </a:lvl6pPr>
            <a:lvl7pPr indent="0" lvl="6" marL="0" algn="r">
              <a:spcBef>
                <a:spcPts val="0"/>
              </a:spcBef>
              <a:buNone/>
              <a:defRPr sz="800" cap="none">
                <a:solidFill>
                  <a:schemeClr val="dk1"/>
                </a:solidFill>
                <a:latin typeface="Raleway"/>
                <a:ea typeface="Raleway"/>
                <a:cs typeface="Raleway"/>
                <a:sym typeface="Raleway"/>
              </a:defRPr>
            </a:lvl7pPr>
            <a:lvl8pPr indent="0" lvl="7" marL="0" algn="r">
              <a:spcBef>
                <a:spcPts val="0"/>
              </a:spcBef>
              <a:buNone/>
              <a:defRPr sz="800" cap="none">
                <a:solidFill>
                  <a:schemeClr val="dk1"/>
                </a:solidFill>
                <a:latin typeface="Raleway"/>
                <a:ea typeface="Raleway"/>
                <a:cs typeface="Raleway"/>
                <a:sym typeface="Raleway"/>
              </a:defRPr>
            </a:lvl8pPr>
            <a:lvl9pPr indent="0" lvl="8" marL="0" algn="r">
              <a:spcBef>
                <a:spcPts val="0"/>
              </a:spcBef>
              <a:buNone/>
              <a:defRPr sz="800" cap="none">
                <a:solidFill>
                  <a:schemeClr val="dk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151" name="Google Shape;151;p22"/>
          <p:cNvSpPr/>
          <p:nvPr/>
        </p:nvSpPr>
        <p:spPr>
          <a:xfrm rot="10412872">
            <a:off x="2569942" y="5267763"/>
            <a:ext cx="873506" cy="856406"/>
          </a:xfrm>
          <a:custGeom>
            <a:rect b="b" l="l" r="r" t="t"/>
            <a:pathLst>
              <a:path extrusionOk="0" h="5002640" w="5102527">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4">
  <p:cSld name="Title with Picture 4">
    <p:bg>
      <p:bgPr>
        <a:solidFill>
          <a:schemeClr val="lt2"/>
        </a:solidFill>
      </p:bgPr>
    </p:bg>
    <p:spTree>
      <p:nvGrpSpPr>
        <p:cNvPr id="152" name="Shape 152"/>
        <p:cNvGrpSpPr/>
        <p:nvPr/>
      </p:nvGrpSpPr>
      <p:grpSpPr>
        <a:xfrm>
          <a:off x="0" y="0"/>
          <a:ext cx="0" cy="0"/>
          <a:chOff x="0" y="0"/>
          <a:chExt cx="0" cy="0"/>
        </a:xfrm>
      </p:grpSpPr>
      <p:sp>
        <p:nvSpPr>
          <p:cNvPr id="153" name="Google Shape;153;p23"/>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2"/>
                </a:solidFill>
                <a:latin typeface="Raleway"/>
                <a:ea typeface="Raleway"/>
                <a:cs typeface="Raleway"/>
                <a:sym typeface="Raleway"/>
              </a:defRPr>
            </a:lvl1pPr>
            <a:lvl2pPr indent="0" lvl="1" marL="0" algn="r">
              <a:spcBef>
                <a:spcPts val="0"/>
              </a:spcBef>
              <a:buNone/>
              <a:defRPr sz="800" cap="none">
                <a:solidFill>
                  <a:schemeClr val="dk2"/>
                </a:solidFill>
                <a:latin typeface="Raleway"/>
                <a:ea typeface="Raleway"/>
                <a:cs typeface="Raleway"/>
                <a:sym typeface="Raleway"/>
              </a:defRPr>
            </a:lvl2pPr>
            <a:lvl3pPr indent="0" lvl="2" marL="0" algn="r">
              <a:spcBef>
                <a:spcPts val="0"/>
              </a:spcBef>
              <a:buNone/>
              <a:defRPr sz="800" cap="none">
                <a:solidFill>
                  <a:schemeClr val="dk2"/>
                </a:solidFill>
                <a:latin typeface="Raleway"/>
                <a:ea typeface="Raleway"/>
                <a:cs typeface="Raleway"/>
                <a:sym typeface="Raleway"/>
              </a:defRPr>
            </a:lvl3pPr>
            <a:lvl4pPr indent="0" lvl="3" marL="0" algn="r">
              <a:spcBef>
                <a:spcPts val="0"/>
              </a:spcBef>
              <a:buNone/>
              <a:defRPr sz="800" cap="none">
                <a:solidFill>
                  <a:schemeClr val="dk2"/>
                </a:solidFill>
                <a:latin typeface="Raleway"/>
                <a:ea typeface="Raleway"/>
                <a:cs typeface="Raleway"/>
                <a:sym typeface="Raleway"/>
              </a:defRPr>
            </a:lvl4pPr>
            <a:lvl5pPr indent="0" lvl="4" marL="0" algn="r">
              <a:spcBef>
                <a:spcPts val="0"/>
              </a:spcBef>
              <a:buNone/>
              <a:defRPr sz="800" cap="none">
                <a:solidFill>
                  <a:schemeClr val="dk2"/>
                </a:solidFill>
                <a:latin typeface="Raleway"/>
                <a:ea typeface="Raleway"/>
                <a:cs typeface="Raleway"/>
                <a:sym typeface="Raleway"/>
              </a:defRPr>
            </a:lvl5pPr>
            <a:lvl6pPr indent="0" lvl="5" marL="0" algn="r">
              <a:spcBef>
                <a:spcPts val="0"/>
              </a:spcBef>
              <a:buNone/>
              <a:defRPr sz="800" cap="none">
                <a:solidFill>
                  <a:schemeClr val="dk2"/>
                </a:solidFill>
                <a:latin typeface="Raleway"/>
                <a:ea typeface="Raleway"/>
                <a:cs typeface="Raleway"/>
                <a:sym typeface="Raleway"/>
              </a:defRPr>
            </a:lvl6pPr>
            <a:lvl7pPr indent="0" lvl="6" marL="0" algn="r">
              <a:spcBef>
                <a:spcPts val="0"/>
              </a:spcBef>
              <a:buNone/>
              <a:defRPr sz="800" cap="none">
                <a:solidFill>
                  <a:schemeClr val="dk2"/>
                </a:solidFill>
                <a:latin typeface="Raleway"/>
                <a:ea typeface="Raleway"/>
                <a:cs typeface="Raleway"/>
                <a:sym typeface="Raleway"/>
              </a:defRPr>
            </a:lvl7pPr>
            <a:lvl8pPr indent="0" lvl="7" marL="0" algn="r">
              <a:spcBef>
                <a:spcPts val="0"/>
              </a:spcBef>
              <a:buNone/>
              <a:defRPr sz="800" cap="none">
                <a:solidFill>
                  <a:schemeClr val="dk2"/>
                </a:solidFill>
                <a:latin typeface="Raleway"/>
                <a:ea typeface="Raleway"/>
                <a:cs typeface="Raleway"/>
                <a:sym typeface="Raleway"/>
              </a:defRPr>
            </a:lvl8pPr>
            <a:lvl9pPr indent="0" lvl="8" marL="0" algn="r">
              <a:spcBef>
                <a:spcPts val="0"/>
              </a:spcBef>
              <a:buNone/>
              <a:defRPr sz="800" cap="non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154" name="Google Shape;154;p23"/>
          <p:cNvSpPr/>
          <p:nvPr/>
        </p:nvSpPr>
        <p:spPr>
          <a:xfrm>
            <a:off x="7102709" y="0"/>
            <a:ext cx="5089289" cy="685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55" name="Google Shape;155;p23"/>
          <p:cNvSpPr/>
          <p:nvPr/>
        </p:nvSpPr>
        <p:spPr>
          <a:xfrm rot="577455">
            <a:off x="6843119" y="-120146"/>
            <a:ext cx="5219126" cy="6593697"/>
          </a:xfrm>
          <a:custGeom>
            <a:rect b="b" l="l" r="r" t="t"/>
            <a:pathLst>
              <a:path extrusionOk="0" h="6593697" w="5219126">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rgbClr val="94BCB4">
              <a:alpha val="3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156" name="Google Shape;156;p23"/>
          <p:cNvSpPr txBox="1"/>
          <p:nvPr>
            <p:ph type="ctrTitle"/>
          </p:nvPr>
        </p:nvSpPr>
        <p:spPr>
          <a:xfrm>
            <a:off x="7779886" y="1562793"/>
            <a:ext cx="3734935" cy="3158294"/>
          </a:xfrm>
          <a:prstGeom prst="rect">
            <a:avLst/>
          </a:prstGeom>
          <a:noFill/>
          <a:ln>
            <a:noFill/>
          </a:ln>
        </p:spPr>
        <p:txBody>
          <a:bodyPr anchorCtr="0" anchor="ctr" bIns="45700" lIns="91425" spcFirstLastPara="1" rIns="91425" wrap="square" tIns="45700">
            <a:normAutofit/>
          </a:bodyPr>
          <a:lstStyle>
            <a:lvl1pPr lvl="0" algn="ctr">
              <a:lnSpc>
                <a:spcPct val="55000"/>
              </a:lnSpc>
              <a:spcBef>
                <a:spcPts val="0"/>
              </a:spcBef>
              <a:spcAft>
                <a:spcPts val="0"/>
              </a:spcAft>
              <a:buClr>
                <a:schemeClr val="lt2"/>
              </a:buClr>
              <a:buSzPts val="6000"/>
              <a:buFont typeface="JasmineUPC"/>
              <a:buNone/>
              <a:defRPr sz="6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3"/>
          <p:cNvSpPr txBox="1"/>
          <p:nvPr>
            <p:ph idx="1" type="subTitle"/>
          </p:nvPr>
        </p:nvSpPr>
        <p:spPr>
          <a:xfrm>
            <a:off x="8043906" y="4721086"/>
            <a:ext cx="3206894" cy="1152939"/>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1000"/>
              </a:spcBef>
              <a:spcAft>
                <a:spcPts val="0"/>
              </a:spcAft>
              <a:buClr>
                <a:schemeClr val="lt2"/>
              </a:buClr>
              <a:buSzPts val="1400"/>
              <a:buNone/>
              <a:defRPr sz="1400">
                <a:solidFill>
                  <a:schemeClr val="lt2"/>
                </a:solidFill>
              </a:defRPr>
            </a:lvl1pPr>
            <a:lvl2pPr lvl="1" algn="ctr">
              <a:lnSpc>
                <a:spcPct val="120000"/>
              </a:lnSpc>
              <a:spcBef>
                <a:spcPts val="500"/>
              </a:spcBef>
              <a:spcAft>
                <a:spcPts val="0"/>
              </a:spcAft>
              <a:buClr>
                <a:schemeClr val="lt2"/>
              </a:buClr>
              <a:buSzPts val="2000"/>
              <a:buNone/>
              <a:defRPr sz="2000"/>
            </a:lvl2pPr>
            <a:lvl3pPr lvl="2" algn="ctr">
              <a:lnSpc>
                <a:spcPct val="120000"/>
              </a:lnSpc>
              <a:spcBef>
                <a:spcPts val="500"/>
              </a:spcBef>
              <a:spcAft>
                <a:spcPts val="0"/>
              </a:spcAft>
              <a:buClr>
                <a:schemeClr val="lt2"/>
              </a:buClr>
              <a:buSzPts val="1800"/>
              <a:buNone/>
              <a:defRPr sz="1800"/>
            </a:lvl3pPr>
            <a:lvl4pPr lvl="3" algn="ctr">
              <a:lnSpc>
                <a:spcPct val="120000"/>
              </a:lnSpc>
              <a:spcBef>
                <a:spcPts val="500"/>
              </a:spcBef>
              <a:spcAft>
                <a:spcPts val="0"/>
              </a:spcAft>
              <a:buClr>
                <a:schemeClr val="lt2"/>
              </a:buClr>
              <a:buSzPts val="1600"/>
              <a:buNone/>
              <a:defRPr sz="1600"/>
            </a:lvl4pPr>
            <a:lvl5pPr lvl="4" algn="ctr">
              <a:lnSpc>
                <a:spcPct val="12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pic>
        <p:nvPicPr>
          <p:cNvPr id="158" name="Google Shape;158;p23"/>
          <p:cNvPicPr preferRelativeResize="0"/>
          <p:nvPr>
            <p:ph idx="2" type="pic"/>
          </p:nvPr>
        </p:nvPicPr>
        <p:blipFill/>
        <p:spPr>
          <a:xfrm>
            <a:off x="0" y="0"/>
            <a:ext cx="7102475" cy="6858000"/>
          </a:xfrm>
          <a:prstGeom prst="rect">
            <a:avLst/>
          </a:prstGeom>
          <a:blipFill rotWithShape="1">
            <a:blip r:embed="rId2">
              <a:alphaModFix amt="60000"/>
            </a:blip>
            <a:stretch>
              <a:fillRect b="0" l="0" r="0" t="0"/>
            </a:stretch>
          </a:blipFill>
          <a:ln>
            <a:noFill/>
          </a:ln>
        </p:spPr>
      </p:pic>
      <p:sp>
        <p:nvSpPr>
          <p:cNvPr id="159" name="Google Shape;159;p23"/>
          <p:cNvSpPr txBox="1"/>
          <p:nvPr>
            <p:ph idx="11" type="ftr"/>
          </p:nvPr>
        </p:nvSpPr>
        <p:spPr>
          <a:xfrm>
            <a:off x="8019047" y="256032"/>
            <a:ext cx="325661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3"/>
          <p:cNvSpPr txBox="1"/>
          <p:nvPr>
            <p:ph idx="10" type="dt"/>
          </p:nvPr>
        </p:nvSpPr>
        <p:spPr>
          <a:xfrm>
            <a:off x="8207048" y="6356350"/>
            <a:ext cx="288061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61" name="Shape 161"/>
        <p:cNvGrpSpPr/>
        <p:nvPr/>
      </p:nvGrpSpPr>
      <p:grpSpPr>
        <a:xfrm>
          <a:off x="0" y="0"/>
          <a:ext cx="0" cy="0"/>
          <a:chOff x="0" y="0"/>
          <a:chExt cx="0" cy="0"/>
        </a:xfrm>
      </p:grpSpPr>
      <p:sp>
        <p:nvSpPr>
          <p:cNvPr id="162" name="Google Shape;162;p24"/>
          <p:cNvSpPr/>
          <p:nvPr/>
        </p:nvSpPr>
        <p:spPr>
          <a:xfrm rot="5400000">
            <a:off x="-649554" y="649107"/>
            <a:ext cx="6879229" cy="5580115"/>
          </a:xfrm>
          <a:custGeom>
            <a:rect b="b" l="l" r="r" t="t"/>
            <a:pathLst>
              <a:path extrusionOk="0" h="5580115" w="6879229">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63" name="Google Shape;163;p24"/>
          <p:cNvSpPr txBox="1"/>
          <p:nvPr>
            <p:ph type="title"/>
          </p:nvPr>
        </p:nvSpPr>
        <p:spPr>
          <a:xfrm>
            <a:off x="593653" y="2351727"/>
            <a:ext cx="3887763" cy="2646660"/>
          </a:xfrm>
          <a:prstGeom prst="rect">
            <a:avLst/>
          </a:prstGeom>
          <a:noFill/>
          <a:ln>
            <a:noFill/>
          </a:ln>
        </p:spPr>
        <p:txBody>
          <a:bodyPr anchorCtr="0" anchor="ctr" bIns="45700" lIns="91425" spcFirstLastPara="1" rIns="91425" wrap="square" tIns="45700">
            <a:normAutofit/>
          </a:bodyPr>
          <a:lstStyle>
            <a:lvl1pPr lvl="0" algn="ctr">
              <a:lnSpc>
                <a:spcPct val="55000"/>
              </a:lnSpc>
              <a:spcBef>
                <a:spcPts val="0"/>
              </a:spcBef>
              <a:spcAft>
                <a:spcPts val="0"/>
              </a:spcAft>
              <a:buClr>
                <a:schemeClr val="lt2"/>
              </a:buClr>
              <a:buSzPts val="7200"/>
              <a:buFont typeface="JasmineUPC"/>
              <a:buNone/>
              <a:defRPr sz="72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24"/>
          <p:cNvSpPr txBox="1"/>
          <p:nvPr>
            <p:ph idx="1" type="body"/>
          </p:nvPr>
        </p:nvSpPr>
        <p:spPr>
          <a:xfrm>
            <a:off x="6642264" y="948906"/>
            <a:ext cx="4331108" cy="5055079"/>
          </a:xfrm>
          <a:prstGeom prst="rect">
            <a:avLst/>
          </a:prstGeom>
          <a:noFill/>
          <a:ln>
            <a:noFill/>
          </a:ln>
        </p:spPr>
        <p:txBody>
          <a:bodyPr anchorCtr="0" anchor="ctr" bIns="45700" lIns="91425" spcFirstLastPara="1" rIns="91425" wrap="square" tIns="45700">
            <a:normAutofit/>
          </a:bodyPr>
          <a:lstStyle>
            <a:lvl1pPr indent="-330200" lvl="0" marL="457200" algn="l">
              <a:lnSpc>
                <a:spcPct val="120000"/>
              </a:lnSpc>
              <a:spcBef>
                <a:spcPts val="1000"/>
              </a:spcBef>
              <a:spcAft>
                <a:spcPts val="0"/>
              </a:spcAft>
              <a:buClr>
                <a:schemeClr val="dk2"/>
              </a:buClr>
              <a:buSzPts val="1600"/>
              <a:buChar char="•"/>
              <a:defRPr sz="1600"/>
            </a:lvl1pPr>
            <a:lvl2pPr indent="-317500" lvl="1" marL="914400" algn="l">
              <a:lnSpc>
                <a:spcPct val="120000"/>
              </a:lnSpc>
              <a:spcBef>
                <a:spcPts val="500"/>
              </a:spcBef>
              <a:spcAft>
                <a:spcPts val="0"/>
              </a:spcAft>
              <a:buClr>
                <a:schemeClr val="dk2"/>
              </a:buClr>
              <a:buSzPts val="1400"/>
              <a:buChar char="•"/>
              <a:defRPr sz="1400"/>
            </a:lvl2pPr>
            <a:lvl3pPr indent="-317500" lvl="2" marL="1371600" algn="l">
              <a:lnSpc>
                <a:spcPct val="120000"/>
              </a:lnSpc>
              <a:spcBef>
                <a:spcPts val="500"/>
              </a:spcBef>
              <a:spcAft>
                <a:spcPts val="0"/>
              </a:spcAft>
              <a:buClr>
                <a:schemeClr val="dk2"/>
              </a:buClr>
              <a:buSzPts val="1400"/>
              <a:buChar char="•"/>
              <a:defRPr sz="1400"/>
            </a:lvl3pPr>
            <a:lvl4pPr indent="-317500" lvl="3" marL="1828800" algn="l">
              <a:lnSpc>
                <a:spcPct val="120000"/>
              </a:lnSpc>
              <a:spcBef>
                <a:spcPts val="500"/>
              </a:spcBef>
              <a:spcAft>
                <a:spcPts val="0"/>
              </a:spcAft>
              <a:buClr>
                <a:schemeClr val="dk2"/>
              </a:buClr>
              <a:buSzPts val="1400"/>
              <a:buChar char="•"/>
              <a:defRPr sz="1400"/>
            </a:lvl4pPr>
            <a:lvl5pPr indent="-317500" lvl="4" marL="2286000" algn="l">
              <a:lnSpc>
                <a:spcPct val="120000"/>
              </a:lnSpc>
              <a:spcBef>
                <a:spcPts val="500"/>
              </a:spcBef>
              <a:spcAft>
                <a:spcPts val="0"/>
              </a:spcAft>
              <a:buClr>
                <a:schemeClr val="dk2"/>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24"/>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4"/>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24"/>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 2">
    <p:bg>
      <p:bgPr>
        <a:solidFill>
          <a:schemeClr val="accent1"/>
        </a:solidFill>
      </p:bgPr>
    </p:bg>
    <p:spTree>
      <p:nvGrpSpPr>
        <p:cNvPr id="168" name="Shape 168"/>
        <p:cNvGrpSpPr/>
        <p:nvPr/>
      </p:nvGrpSpPr>
      <p:grpSpPr>
        <a:xfrm>
          <a:off x="0" y="0"/>
          <a:ext cx="0" cy="0"/>
          <a:chOff x="0" y="0"/>
          <a:chExt cx="0" cy="0"/>
        </a:xfrm>
      </p:grpSpPr>
      <p:sp>
        <p:nvSpPr>
          <p:cNvPr id="169" name="Google Shape;169;p25"/>
          <p:cNvSpPr txBox="1"/>
          <p:nvPr>
            <p:ph type="title"/>
          </p:nvPr>
        </p:nvSpPr>
        <p:spPr>
          <a:xfrm>
            <a:off x="6348932" y="726616"/>
            <a:ext cx="4386019" cy="1835739"/>
          </a:xfrm>
          <a:prstGeom prst="rect">
            <a:avLst/>
          </a:prstGeom>
          <a:noFill/>
          <a:ln>
            <a:noFill/>
          </a:ln>
        </p:spPr>
        <p:txBody>
          <a:bodyPr anchorCtr="0" anchor="b" bIns="45700" lIns="91425" spcFirstLastPara="1" rIns="91425" wrap="square" tIns="45700">
            <a:noAutofit/>
          </a:bodyPr>
          <a:lstStyle>
            <a:lvl1pPr lvl="0" algn="l">
              <a:lnSpc>
                <a:spcPct val="55000"/>
              </a:lnSpc>
              <a:spcBef>
                <a:spcPts val="0"/>
              </a:spcBef>
              <a:spcAft>
                <a:spcPts val="0"/>
              </a:spcAft>
              <a:buClr>
                <a:schemeClr val="lt2"/>
              </a:buClr>
              <a:buSzPts val="7200"/>
              <a:buFont typeface="JasmineUPC"/>
              <a:buNone/>
              <a:defRPr sz="72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25"/>
          <p:cNvSpPr txBox="1"/>
          <p:nvPr>
            <p:ph idx="11" type="ftr"/>
          </p:nvPr>
        </p:nvSpPr>
        <p:spPr>
          <a:xfrm>
            <a:off x="6354310" y="256032"/>
            <a:ext cx="325661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5"/>
          <p:cNvSpPr txBox="1"/>
          <p:nvPr>
            <p:ph idx="1" type="body"/>
          </p:nvPr>
        </p:nvSpPr>
        <p:spPr>
          <a:xfrm>
            <a:off x="6354310" y="2562355"/>
            <a:ext cx="4386019" cy="3569029"/>
          </a:xfrm>
          <a:prstGeom prst="rect">
            <a:avLst/>
          </a:prstGeom>
          <a:noFill/>
          <a:ln>
            <a:noFill/>
          </a:ln>
        </p:spPr>
        <p:txBody>
          <a:bodyPr anchorCtr="0" anchor="t" bIns="45700" lIns="91425" spcFirstLastPara="1" rIns="91425" wrap="square" tIns="45700">
            <a:normAutofit/>
          </a:bodyPr>
          <a:lstStyle>
            <a:lvl1pPr indent="-330200" lvl="0" marL="457200" algn="l">
              <a:lnSpc>
                <a:spcPct val="120000"/>
              </a:lnSpc>
              <a:spcBef>
                <a:spcPts val="1000"/>
              </a:spcBef>
              <a:spcAft>
                <a:spcPts val="0"/>
              </a:spcAft>
              <a:buClr>
                <a:schemeClr val="lt2"/>
              </a:buClr>
              <a:buSzPts val="1600"/>
              <a:buChar char="•"/>
              <a:defRPr sz="1600">
                <a:solidFill>
                  <a:schemeClr val="lt2"/>
                </a:solidFill>
              </a:defRPr>
            </a:lvl1pPr>
            <a:lvl2pPr indent="-317500" lvl="1" marL="914400" algn="l">
              <a:lnSpc>
                <a:spcPct val="120000"/>
              </a:lnSpc>
              <a:spcBef>
                <a:spcPts val="500"/>
              </a:spcBef>
              <a:spcAft>
                <a:spcPts val="0"/>
              </a:spcAft>
              <a:buClr>
                <a:schemeClr val="lt2"/>
              </a:buClr>
              <a:buSzPts val="1400"/>
              <a:buChar char="•"/>
              <a:defRPr sz="1400">
                <a:solidFill>
                  <a:schemeClr val="lt2"/>
                </a:solidFill>
              </a:defRPr>
            </a:lvl2pPr>
            <a:lvl3pPr indent="-317500" lvl="2" marL="1371600" algn="l">
              <a:lnSpc>
                <a:spcPct val="120000"/>
              </a:lnSpc>
              <a:spcBef>
                <a:spcPts val="500"/>
              </a:spcBef>
              <a:spcAft>
                <a:spcPts val="0"/>
              </a:spcAft>
              <a:buClr>
                <a:schemeClr val="lt2"/>
              </a:buClr>
              <a:buSzPts val="1400"/>
              <a:buChar char="•"/>
              <a:defRPr sz="1400">
                <a:solidFill>
                  <a:schemeClr val="lt2"/>
                </a:solidFill>
              </a:defRPr>
            </a:lvl3pPr>
            <a:lvl4pPr indent="-317500" lvl="3" marL="1828800" algn="l">
              <a:lnSpc>
                <a:spcPct val="120000"/>
              </a:lnSpc>
              <a:spcBef>
                <a:spcPts val="500"/>
              </a:spcBef>
              <a:spcAft>
                <a:spcPts val="0"/>
              </a:spcAft>
              <a:buClr>
                <a:schemeClr val="lt2"/>
              </a:buClr>
              <a:buSzPts val="1400"/>
              <a:buChar char="•"/>
              <a:defRPr sz="1400">
                <a:solidFill>
                  <a:schemeClr val="lt2"/>
                </a:solidFill>
              </a:defRPr>
            </a:lvl4pPr>
            <a:lvl5pPr indent="-317500" lvl="4" marL="2286000" algn="l">
              <a:lnSpc>
                <a:spcPct val="12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72" name="Google Shape;172;p25"/>
          <p:cNvSpPr txBox="1"/>
          <p:nvPr>
            <p:ph idx="10" type="dt"/>
          </p:nvPr>
        </p:nvSpPr>
        <p:spPr>
          <a:xfrm>
            <a:off x="6354310" y="6356350"/>
            <a:ext cx="28806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25"/>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lt2"/>
                </a:solidFill>
                <a:latin typeface="Raleway"/>
                <a:ea typeface="Raleway"/>
                <a:cs typeface="Raleway"/>
                <a:sym typeface="Raleway"/>
              </a:defRPr>
            </a:lvl1pPr>
            <a:lvl2pPr indent="0" lvl="1" marL="0" algn="r">
              <a:spcBef>
                <a:spcPts val="0"/>
              </a:spcBef>
              <a:buNone/>
              <a:defRPr sz="800" cap="none">
                <a:solidFill>
                  <a:schemeClr val="lt2"/>
                </a:solidFill>
                <a:latin typeface="Raleway"/>
                <a:ea typeface="Raleway"/>
                <a:cs typeface="Raleway"/>
                <a:sym typeface="Raleway"/>
              </a:defRPr>
            </a:lvl2pPr>
            <a:lvl3pPr indent="0" lvl="2" marL="0" algn="r">
              <a:spcBef>
                <a:spcPts val="0"/>
              </a:spcBef>
              <a:buNone/>
              <a:defRPr sz="800" cap="none">
                <a:solidFill>
                  <a:schemeClr val="lt2"/>
                </a:solidFill>
                <a:latin typeface="Raleway"/>
                <a:ea typeface="Raleway"/>
                <a:cs typeface="Raleway"/>
                <a:sym typeface="Raleway"/>
              </a:defRPr>
            </a:lvl3pPr>
            <a:lvl4pPr indent="0" lvl="3" marL="0" algn="r">
              <a:spcBef>
                <a:spcPts val="0"/>
              </a:spcBef>
              <a:buNone/>
              <a:defRPr sz="800" cap="none">
                <a:solidFill>
                  <a:schemeClr val="lt2"/>
                </a:solidFill>
                <a:latin typeface="Raleway"/>
                <a:ea typeface="Raleway"/>
                <a:cs typeface="Raleway"/>
                <a:sym typeface="Raleway"/>
              </a:defRPr>
            </a:lvl4pPr>
            <a:lvl5pPr indent="0" lvl="4" marL="0" algn="r">
              <a:spcBef>
                <a:spcPts val="0"/>
              </a:spcBef>
              <a:buNone/>
              <a:defRPr sz="800" cap="none">
                <a:solidFill>
                  <a:schemeClr val="lt2"/>
                </a:solidFill>
                <a:latin typeface="Raleway"/>
                <a:ea typeface="Raleway"/>
                <a:cs typeface="Raleway"/>
                <a:sym typeface="Raleway"/>
              </a:defRPr>
            </a:lvl5pPr>
            <a:lvl6pPr indent="0" lvl="5" marL="0" algn="r">
              <a:spcBef>
                <a:spcPts val="0"/>
              </a:spcBef>
              <a:buNone/>
              <a:defRPr sz="800" cap="none">
                <a:solidFill>
                  <a:schemeClr val="lt2"/>
                </a:solidFill>
                <a:latin typeface="Raleway"/>
                <a:ea typeface="Raleway"/>
                <a:cs typeface="Raleway"/>
                <a:sym typeface="Raleway"/>
              </a:defRPr>
            </a:lvl6pPr>
            <a:lvl7pPr indent="0" lvl="6" marL="0" algn="r">
              <a:spcBef>
                <a:spcPts val="0"/>
              </a:spcBef>
              <a:buNone/>
              <a:defRPr sz="800" cap="none">
                <a:solidFill>
                  <a:schemeClr val="lt2"/>
                </a:solidFill>
                <a:latin typeface="Raleway"/>
                <a:ea typeface="Raleway"/>
                <a:cs typeface="Raleway"/>
                <a:sym typeface="Raleway"/>
              </a:defRPr>
            </a:lvl7pPr>
            <a:lvl8pPr indent="0" lvl="7" marL="0" algn="r">
              <a:spcBef>
                <a:spcPts val="0"/>
              </a:spcBef>
              <a:buNone/>
              <a:defRPr sz="800" cap="none">
                <a:solidFill>
                  <a:schemeClr val="lt2"/>
                </a:solidFill>
                <a:latin typeface="Raleway"/>
                <a:ea typeface="Raleway"/>
                <a:cs typeface="Raleway"/>
                <a:sym typeface="Raleway"/>
              </a:defRPr>
            </a:lvl8pPr>
            <a:lvl9pPr indent="0" lvl="8" marL="0" algn="r">
              <a:spcBef>
                <a:spcPts val="0"/>
              </a:spcBef>
              <a:buNone/>
              <a:defRPr sz="800" cap="none">
                <a:solidFill>
                  <a:schemeClr val="lt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174" name="Google Shape;174;p25"/>
          <p:cNvSpPr/>
          <p:nvPr/>
        </p:nvSpPr>
        <p:spPr>
          <a:xfrm rot="-296824">
            <a:off x="1567549" y="5051293"/>
            <a:ext cx="2065109" cy="1806685"/>
          </a:xfrm>
          <a:custGeom>
            <a:rect b="b" l="l" r="r" t="t"/>
            <a:pathLst>
              <a:path extrusionOk="0" h="3571042" w="4661476">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75" name="Google Shape;175;p25"/>
          <p:cNvSpPr/>
          <p:nvPr/>
        </p:nvSpPr>
        <p:spPr>
          <a:xfrm rot="-1634113">
            <a:off x="567663" y="1804783"/>
            <a:ext cx="2000082" cy="1803398"/>
          </a:xfrm>
          <a:custGeom>
            <a:rect b="b" l="l" r="r" t="t"/>
            <a:pathLst>
              <a:path extrusionOk="0" h="1137901" w="1262004">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76" name="Google Shape;176;p25"/>
          <p:cNvSpPr/>
          <p:nvPr/>
        </p:nvSpPr>
        <p:spPr>
          <a:xfrm rot="-10312150">
            <a:off x="479595" y="4629804"/>
            <a:ext cx="975445" cy="2172978"/>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77" name="Google Shape;177;p25"/>
          <p:cNvSpPr/>
          <p:nvPr/>
        </p:nvSpPr>
        <p:spPr>
          <a:xfrm rot="-6335462">
            <a:off x="1574223" y="3234587"/>
            <a:ext cx="1945019" cy="1959622"/>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178" name="Google Shape;178;p25"/>
          <p:cNvGrpSpPr/>
          <p:nvPr/>
        </p:nvGrpSpPr>
        <p:grpSpPr>
          <a:xfrm>
            <a:off x="2124649" y="5786831"/>
            <a:ext cx="694344" cy="372197"/>
            <a:chOff x="5447388" y="3100610"/>
            <a:chExt cx="1500891" cy="804540"/>
          </a:xfrm>
        </p:grpSpPr>
        <p:sp>
          <p:nvSpPr>
            <p:cNvPr id="179" name="Google Shape;179;p25"/>
            <p:cNvSpPr/>
            <p:nvPr/>
          </p:nvSpPr>
          <p:spPr>
            <a:xfrm>
              <a:off x="5447388" y="3266522"/>
              <a:ext cx="541294" cy="638628"/>
            </a:xfrm>
            <a:prstGeom prst="ellipse">
              <a:avLst/>
            </a:prstGeom>
            <a:solidFill>
              <a:srgbClr val="F7F5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80" name="Google Shape;180;p25"/>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81" name="Google Shape;181;p25"/>
            <p:cNvSpPr/>
            <p:nvPr/>
          </p:nvSpPr>
          <p:spPr>
            <a:xfrm>
              <a:off x="6406985" y="3100610"/>
              <a:ext cx="541294" cy="638628"/>
            </a:xfrm>
            <a:prstGeom prst="ellipse">
              <a:avLst/>
            </a:prstGeom>
            <a:solidFill>
              <a:srgbClr val="F7F5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82" name="Google Shape;182;p25"/>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83" name="Google Shape;183;p25"/>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184" name="Google Shape;184;p25"/>
          <p:cNvGrpSpPr/>
          <p:nvPr/>
        </p:nvGrpSpPr>
        <p:grpSpPr>
          <a:xfrm flipH="1" rot="-10608409">
            <a:off x="1305931" y="2588464"/>
            <a:ext cx="743171" cy="338154"/>
            <a:chOff x="8996126" y="2365008"/>
            <a:chExt cx="743171" cy="338154"/>
          </a:xfrm>
        </p:grpSpPr>
        <p:sp>
          <p:nvSpPr>
            <p:cNvPr id="185" name="Google Shape;185;p25"/>
            <p:cNvSpPr/>
            <p:nvPr/>
          </p:nvSpPr>
          <p:spPr>
            <a:xfrm rot="528795">
              <a:off x="9017281" y="2390279"/>
              <a:ext cx="250414" cy="295443"/>
            </a:xfrm>
            <a:prstGeom prst="ellipse">
              <a:avLst/>
            </a:prstGeom>
            <a:solidFill>
              <a:srgbClr val="F7F5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86" name="Google Shape;186;p25"/>
            <p:cNvSpPr/>
            <p:nvPr/>
          </p:nvSpPr>
          <p:spPr>
            <a:xfrm rot="528795">
              <a:off x="9122380" y="2397881"/>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87" name="Google Shape;187;p25"/>
            <p:cNvSpPr/>
            <p:nvPr/>
          </p:nvSpPr>
          <p:spPr>
            <a:xfrm rot="528795">
              <a:off x="9467729" y="2382447"/>
              <a:ext cx="250414" cy="295443"/>
            </a:xfrm>
            <a:prstGeom prst="ellipse">
              <a:avLst/>
            </a:prstGeom>
            <a:solidFill>
              <a:srgbClr val="F7F5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188" name="Google Shape;188;p25"/>
            <p:cNvSpPr/>
            <p:nvPr/>
          </p:nvSpPr>
          <p:spPr>
            <a:xfrm rot="528795">
              <a:off x="9574102" y="2390247"/>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189" name="Google Shape;189;p25"/>
          <p:cNvSpPr/>
          <p:nvPr/>
        </p:nvSpPr>
        <p:spPr>
          <a:xfrm rot="528795">
            <a:off x="1634081" y="2983604"/>
            <a:ext cx="93561" cy="42396"/>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p:cSld name="Agenda with Picture">
    <p:bg>
      <p:bgPr>
        <a:solidFill>
          <a:schemeClr val="accent1"/>
        </a:solidFill>
      </p:bgPr>
    </p:bg>
    <p:spTree>
      <p:nvGrpSpPr>
        <p:cNvPr id="190" name="Shape 190"/>
        <p:cNvGrpSpPr/>
        <p:nvPr/>
      </p:nvGrpSpPr>
      <p:grpSpPr>
        <a:xfrm>
          <a:off x="0" y="0"/>
          <a:ext cx="0" cy="0"/>
          <a:chOff x="0" y="0"/>
          <a:chExt cx="0" cy="0"/>
        </a:xfrm>
      </p:grpSpPr>
      <p:sp>
        <p:nvSpPr>
          <p:cNvPr id="191" name="Google Shape;191;p26"/>
          <p:cNvSpPr txBox="1"/>
          <p:nvPr>
            <p:ph type="title"/>
          </p:nvPr>
        </p:nvSpPr>
        <p:spPr>
          <a:xfrm>
            <a:off x="6354310" y="1070670"/>
            <a:ext cx="4488575" cy="1453080"/>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lt2"/>
              </a:buClr>
              <a:buSzPts val="8000"/>
              <a:buFont typeface="JasmineUPC"/>
              <a:buNone/>
              <a:defRPr sz="8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26"/>
          <p:cNvSpPr txBox="1"/>
          <p:nvPr>
            <p:ph idx="11" type="ftr"/>
          </p:nvPr>
        </p:nvSpPr>
        <p:spPr>
          <a:xfrm>
            <a:off x="6354310" y="256032"/>
            <a:ext cx="325661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26"/>
          <p:cNvSpPr txBox="1"/>
          <p:nvPr>
            <p:ph idx="1" type="body"/>
          </p:nvPr>
        </p:nvSpPr>
        <p:spPr>
          <a:xfrm>
            <a:off x="6354310" y="2545730"/>
            <a:ext cx="4488575" cy="3569029"/>
          </a:xfrm>
          <a:prstGeom prst="rect">
            <a:avLst/>
          </a:prstGeom>
          <a:noFill/>
          <a:ln>
            <a:noFill/>
          </a:ln>
        </p:spPr>
        <p:txBody>
          <a:bodyPr anchorCtr="0" anchor="t" bIns="45700" lIns="91425" spcFirstLastPara="1" rIns="91425" wrap="square" tIns="45700">
            <a:normAutofit/>
          </a:bodyPr>
          <a:lstStyle>
            <a:lvl1pPr indent="-330200" lvl="0" marL="457200" algn="l">
              <a:lnSpc>
                <a:spcPct val="120000"/>
              </a:lnSpc>
              <a:spcBef>
                <a:spcPts val="1000"/>
              </a:spcBef>
              <a:spcAft>
                <a:spcPts val="0"/>
              </a:spcAft>
              <a:buClr>
                <a:schemeClr val="lt2"/>
              </a:buClr>
              <a:buSzPts val="1600"/>
              <a:buChar char="•"/>
              <a:defRPr sz="1600">
                <a:solidFill>
                  <a:schemeClr val="lt2"/>
                </a:solidFill>
              </a:defRPr>
            </a:lvl1pPr>
            <a:lvl2pPr indent="-317500" lvl="1" marL="914400" algn="l">
              <a:lnSpc>
                <a:spcPct val="120000"/>
              </a:lnSpc>
              <a:spcBef>
                <a:spcPts val="500"/>
              </a:spcBef>
              <a:spcAft>
                <a:spcPts val="0"/>
              </a:spcAft>
              <a:buClr>
                <a:schemeClr val="lt2"/>
              </a:buClr>
              <a:buSzPts val="1400"/>
              <a:buChar char="•"/>
              <a:defRPr sz="1400">
                <a:solidFill>
                  <a:schemeClr val="lt2"/>
                </a:solidFill>
              </a:defRPr>
            </a:lvl2pPr>
            <a:lvl3pPr indent="-317500" lvl="2" marL="1371600" algn="l">
              <a:lnSpc>
                <a:spcPct val="120000"/>
              </a:lnSpc>
              <a:spcBef>
                <a:spcPts val="500"/>
              </a:spcBef>
              <a:spcAft>
                <a:spcPts val="0"/>
              </a:spcAft>
              <a:buClr>
                <a:schemeClr val="lt2"/>
              </a:buClr>
              <a:buSzPts val="1400"/>
              <a:buChar char="•"/>
              <a:defRPr sz="1400">
                <a:solidFill>
                  <a:schemeClr val="lt2"/>
                </a:solidFill>
              </a:defRPr>
            </a:lvl3pPr>
            <a:lvl4pPr indent="-317500" lvl="3" marL="1828800" algn="l">
              <a:lnSpc>
                <a:spcPct val="120000"/>
              </a:lnSpc>
              <a:spcBef>
                <a:spcPts val="500"/>
              </a:spcBef>
              <a:spcAft>
                <a:spcPts val="0"/>
              </a:spcAft>
              <a:buClr>
                <a:schemeClr val="lt2"/>
              </a:buClr>
              <a:buSzPts val="1400"/>
              <a:buChar char="•"/>
              <a:defRPr sz="1400">
                <a:solidFill>
                  <a:schemeClr val="lt2"/>
                </a:solidFill>
              </a:defRPr>
            </a:lvl4pPr>
            <a:lvl5pPr indent="-317500" lvl="4" marL="2286000" algn="l">
              <a:lnSpc>
                <a:spcPct val="120000"/>
              </a:lnSpc>
              <a:spcBef>
                <a:spcPts val="500"/>
              </a:spcBef>
              <a:spcAft>
                <a:spcPts val="0"/>
              </a:spcAft>
              <a:buClr>
                <a:schemeClr val="lt2"/>
              </a:buClr>
              <a:buSzPts val="1400"/>
              <a:buChar char="•"/>
              <a:defRPr sz="1400">
                <a:solidFill>
                  <a:schemeClr val="lt2"/>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4" name="Google Shape;194;p26"/>
          <p:cNvSpPr txBox="1"/>
          <p:nvPr>
            <p:ph idx="10" type="dt"/>
          </p:nvPr>
        </p:nvSpPr>
        <p:spPr>
          <a:xfrm>
            <a:off x="6354310" y="6356350"/>
            <a:ext cx="28806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26"/>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lt2"/>
                </a:solidFill>
                <a:latin typeface="Raleway"/>
                <a:ea typeface="Raleway"/>
                <a:cs typeface="Raleway"/>
                <a:sym typeface="Raleway"/>
              </a:defRPr>
            </a:lvl1pPr>
            <a:lvl2pPr indent="0" lvl="1" marL="0" algn="r">
              <a:spcBef>
                <a:spcPts val="0"/>
              </a:spcBef>
              <a:buNone/>
              <a:defRPr sz="800" cap="none">
                <a:solidFill>
                  <a:schemeClr val="lt2"/>
                </a:solidFill>
                <a:latin typeface="Raleway"/>
                <a:ea typeface="Raleway"/>
                <a:cs typeface="Raleway"/>
                <a:sym typeface="Raleway"/>
              </a:defRPr>
            </a:lvl2pPr>
            <a:lvl3pPr indent="0" lvl="2" marL="0" algn="r">
              <a:spcBef>
                <a:spcPts val="0"/>
              </a:spcBef>
              <a:buNone/>
              <a:defRPr sz="800" cap="none">
                <a:solidFill>
                  <a:schemeClr val="lt2"/>
                </a:solidFill>
                <a:latin typeface="Raleway"/>
                <a:ea typeface="Raleway"/>
                <a:cs typeface="Raleway"/>
                <a:sym typeface="Raleway"/>
              </a:defRPr>
            </a:lvl3pPr>
            <a:lvl4pPr indent="0" lvl="3" marL="0" algn="r">
              <a:spcBef>
                <a:spcPts val="0"/>
              </a:spcBef>
              <a:buNone/>
              <a:defRPr sz="800" cap="none">
                <a:solidFill>
                  <a:schemeClr val="lt2"/>
                </a:solidFill>
                <a:latin typeface="Raleway"/>
                <a:ea typeface="Raleway"/>
                <a:cs typeface="Raleway"/>
                <a:sym typeface="Raleway"/>
              </a:defRPr>
            </a:lvl4pPr>
            <a:lvl5pPr indent="0" lvl="4" marL="0" algn="r">
              <a:spcBef>
                <a:spcPts val="0"/>
              </a:spcBef>
              <a:buNone/>
              <a:defRPr sz="800" cap="none">
                <a:solidFill>
                  <a:schemeClr val="lt2"/>
                </a:solidFill>
                <a:latin typeface="Raleway"/>
                <a:ea typeface="Raleway"/>
                <a:cs typeface="Raleway"/>
                <a:sym typeface="Raleway"/>
              </a:defRPr>
            </a:lvl5pPr>
            <a:lvl6pPr indent="0" lvl="5" marL="0" algn="r">
              <a:spcBef>
                <a:spcPts val="0"/>
              </a:spcBef>
              <a:buNone/>
              <a:defRPr sz="800" cap="none">
                <a:solidFill>
                  <a:schemeClr val="lt2"/>
                </a:solidFill>
                <a:latin typeface="Raleway"/>
                <a:ea typeface="Raleway"/>
                <a:cs typeface="Raleway"/>
                <a:sym typeface="Raleway"/>
              </a:defRPr>
            </a:lvl6pPr>
            <a:lvl7pPr indent="0" lvl="6" marL="0" algn="r">
              <a:spcBef>
                <a:spcPts val="0"/>
              </a:spcBef>
              <a:buNone/>
              <a:defRPr sz="800" cap="none">
                <a:solidFill>
                  <a:schemeClr val="lt2"/>
                </a:solidFill>
                <a:latin typeface="Raleway"/>
                <a:ea typeface="Raleway"/>
                <a:cs typeface="Raleway"/>
                <a:sym typeface="Raleway"/>
              </a:defRPr>
            </a:lvl7pPr>
            <a:lvl8pPr indent="0" lvl="7" marL="0" algn="r">
              <a:spcBef>
                <a:spcPts val="0"/>
              </a:spcBef>
              <a:buNone/>
              <a:defRPr sz="800" cap="none">
                <a:solidFill>
                  <a:schemeClr val="lt2"/>
                </a:solidFill>
                <a:latin typeface="Raleway"/>
                <a:ea typeface="Raleway"/>
                <a:cs typeface="Raleway"/>
                <a:sym typeface="Raleway"/>
              </a:defRPr>
            </a:lvl8pPr>
            <a:lvl9pPr indent="0" lvl="8" marL="0" algn="r">
              <a:spcBef>
                <a:spcPts val="0"/>
              </a:spcBef>
              <a:buNone/>
              <a:defRPr sz="800" cap="none">
                <a:solidFill>
                  <a:schemeClr val="lt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pic>
        <p:nvPicPr>
          <p:cNvPr id="196" name="Google Shape;196;p26"/>
          <p:cNvPicPr preferRelativeResize="0"/>
          <p:nvPr>
            <p:ph idx="2" type="pic"/>
          </p:nvPr>
        </p:nvPicPr>
        <p:blipFill/>
        <p:spPr>
          <a:xfrm rot="-551868">
            <a:off x="1031694" y="796632"/>
            <a:ext cx="3725672" cy="3664445"/>
          </a:xfrm>
          <a:prstGeom prst="rect">
            <a:avLst/>
          </a:prstGeom>
          <a:blipFill rotWithShape="1">
            <a:blip r:embed="rId2">
              <a:alphaModFix amt="60000"/>
            </a:blip>
            <a:stretch>
              <a:fillRect b="0" l="0" r="0" t="0"/>
            </a:stretch>
          </a:blipFill>
          <a:ln>
            <a:noFill/>
          </a:ln>
        </p:spPr>
      </p:pic>
      <p:sp>
        <p:nvSpPr>
          <p:cNvPr id="197" name="Google Shape;197;p26"/>
          <p:cNvSpPr/>
          <p:nvPr/>
        </p:nvSpPr>
        <p:spPr>
          <a:xfrm>
            <a:off x="1769839" y="4353227"/>
            <a:ext cx="2448883" cy="1230417"/>
          </a:xfrm>
          <a:custGeom>
            <a:rect b="b" l="l" r="r" t="t"/>
            <a:pathLst>
              <a:path extrusionOk="0" h="1723714" w="4444077">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198" name="Google Shape;198;p26"/>
          <p:cNvSpPr/>
          <p:nvPr/>
        </p:nvSpPr>
        <p:spPr>
          <a:xfrm flipH="1" rot="-9959163">
            <a:off x="1581156" y="5591494"/>
            <a:ext cx="2315009" cy="1266376"/>
          </a:xfrm>
          <a:custGeom>
            <a:rect b="b" l="l" r="r" t="t"/>
            <a:pathLst>
              <a:path extrusionOk="0" h="1266376" w="2315009">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nvGrpSpPr>
          <p:cNvPr id="199" name="Google Shape;199;p26"/>
          <p:cNvGrpSpPr/>
          <p:nvPr/>
        </p:nvGrpSpPr>
        <p:grpSpPr>
          <a:xfrm flipH="1">
            <a:off x="2581419" y="4775542"/>
            <a:ext cx="626222" cy="449746"/>
            <a:chOff x="10056508" y="3477013"/>
            <a:chExt cx="713092" cy="512135"/>
          </a:xfrm>
        </p:grpSpPr>
        <p:sp>
          <p:nvSpPr>
            <p:cNvPr id="200" name="Google Shape;200;p26"/>
            <p:cNvSpPr/>
            <p:nvPr/>
          </p:nvSpPr>
          <p:spPr>
            <a:xfrm>
              <a:off x="10056508" y="3890827"/>
              <a:ext cx="713092" cy="98321"/>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201" name="Google Shape;201;p26"/>
            <p:cNvSpPr/>
            <p:nvPr/>
          </p:nvSpPr>
          <p:spPr>
            <a:xfrm flipH="1">
              <a:off x="10462097" y="3477013"/>
              <a:ext cx="250414" cy="295443"/>
            </a:xfrm>
            <a:prstGeom prst="ellipse">
              <a:avLst/>
            </a:prstGeom>
            <a:solidFill>
              <a:srgbClr val="F7F5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202" name="Google Shape;202;p26"/>
            <p:cNvSpPr/>
            <p:nvPr/>
          </p:nvSpPr>
          <p:spPr>
            <a:xfrm flipH="1">
              <a:off x="10468546" y="3477013"/>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203" name="Google Shape;203;p26"/>
            <p:cNvSpPr/>
            <p:nvPr/>
          </p:nvSpPr>
          <p:spPr>
            <a:xfrm flipH="1">
              <a:off x="10108996" y="3520306"/>
              <a:ext cx="250414" cy="295443"/>
            </a:xfrm>
            <a:prstGeom prst="ellipse">
              <a:avLst/>
            </a:prstGeom>
            <a:solidFill>
              <a:srgbClr val="F7F5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204" name="Google Shape;204;p26"/>
            <p:cNvSpPr/>
            <p:nvPr/>
          </p:nvSpPr>
          <p:spPr>
            <a:xfrm flipH="1">
              <a:off x="10114155" y="3520306"/>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rgbClr val="E4C17B"/>
        </a:solidFill>
      </p:bgPr>
    </p:bg>
    <p:spTree>
      <p:nvGrpSpPr>
        <p:cNvPr id="205" name="Shape 205"/>
        <p:cNvGrpSpPr/>
        <p:nvPr/>
      </p:nvGrpSpPr>
      <p:grpSpPr>
        <a:xfrm>
          <a:off x="0" y="0"/>
          <a:ext cx="0" cy="0"/>
          <a:chOff x="0" y="0"/>
          <a:chExt cx="0" cy="0"/>
        </a:xfrm>
      </p:grpSpPr>
      <p:sp>
        <p:nvSpPr>
          <p:cNvPr id="206" name="Google Shape;206;p27"/>
          <p:cNvSpPr/>
          <p:nvPr/>
        </p:nvSpPr>
        <p:spPr>
          <a:xfrm rot="968660">
            <a:off x="-905498" y="1677624"/>
            <a:ext cx="12803897" cy="5197757"/>
          </a:xfrm>
          <a:custGeom>
            <a:rect b="b" l="l" r="r" t="t"/>
            <a:pathLst>
              <a:path extrusionOk="0" h="5197757" w="1280389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lt2">
              <a:alpha val="12157"/>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07" name="Google Shape;207;p27"/>
          <p:cNvSpPr txBox="1"/>
          <p:nvPr>
            <p:ph type="title"/>
          </p:nvPr>
        </p:nvSpPr>
        <p:spPr>
          <a:xfrm>
            <a:off x="700790" y="2880794"/>
            <a:ext cx="7813623" cy="370257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rgbClr val="406760"/>
              </a:buClr>
              <a:buSzPts val="8000"/>
              <a:buFont typeface="JasmineUPC"/>
              <a:buNone/>
              <a:defRPr sz="8000">
                <a:solidFill>
                  <a:srgbClr val="4067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27"/>
          <p:cNvSpPr txBox="1"/>
          <p:nvPr>
            <p:ph idx="11" type="ftr"/>
          </p:nvPr>
        </p:nvSpPr>
        <p:spPr>
          <a:xfrm>
            <a:off x="700790" y="256032"/>
            <a:ext cx="325661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40676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27"/>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40676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27"/>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rgbClr val="406760"/>
                </a:solidFill>
                <a:latin typeface="Raleway"/>
                <a:ea typeface="Raleway"/>
                <a:cs typeface="Raleway"/>
                <a:sym typeface="Raleway"/>
              </a:defRPr>
            </a:lvl1pPr>
            <a:lvl2pPr indent="0" lvl="1" marL="0" algn="r">
              <a:spcBef>
                <a:spcPts val="0"/>
              </a:spcBef>
              <a:buNone/>
              <a:defRPr sz="800" cap="none">
                <a:solidFill>
                  <a:srgbClr val="406760"/>
                </a:solidFill>
                <a:latin typeface="Raleway"/>
                <a:ea typeface="Raleway"/>
                <a:cs typeface="Raleway"/>
                <a:sym typeface="Raleway"/>
              </a:defRPr>
            </a:lvl2pPr>
            <a:lvl3pPr indent="0" lvl="2" marL="0" algn="r">
              <a:spcBef>
                <a:spcPts val="0"/>
              </a:spcBef>
              <a:buNone/>
              <a:defRPr sz="800" cap="none">
                <a:solidFill>
                  <a:srgbClr val="406760"/>
                </a:solidFill>
                <a:latin typeface="Raleway"/>
                <a:ea typeface="Raleway"/>
                <a:cs typeface="Raleway"/>
                <a:sym typeface="Raleway"/>
              </a:defRPr>
            </a:lvl3pPr>
            <a:lvl4pPr indent="0" lvl="3" marL="0" algn="r">
              <a:spcBef>
                <a:spcPts val="0"/>
              </a:spcBef>
              <a:buNone/>
              <a:defRPr sz="800" cap="none">
                <a:solidFill>
                  <a:srgbClr val="406760"/>
                </a:solidFill>
                <a:latin typeface="Raleway"/>
                <a:ea typeface="Raleway"/>
                <a:cs typeface="Raleway"/>
                <a:sym typeface="Raleway"/>
              </a:defRPr>
            </a:lvl4pPr>
            <a:lvl5pPr indent="0" lvl="4" marL="0" algn="r">
              <a:spcBef>
                <a:spcPts val="0"/>
              </a:spcBef>
              <a:buNone/>
              <a:defRPr sz="800" cap="none">
                <a:solidFill>
                  <a:srgbClr val="406760"/>
                </a:solidFill>
                <a:latin typeface="Raleway"/>
                <a:ea typeface="Raleway"/>
                <a:cs typeface="Raleway"/>
                <a:sym typeface="Raleway"/>
              </a:defRPr>
            </a:lvl5pPr>
            <a:lvl6pPr indent="0" lvl="5" marL="0" algn="r">
              <a:spcBef>
                <a:spcPts val="0"/>
              </a:spcBef>
              <a:buNone/>
              <a:defRPr sz="800" cap="none">
                <a:solidFill>
                  <a:srgbClr val="406760"/>
                </a:solidFill>
                <a:latin typeface="Raleway"/>
                <a:ea typeface="Raleway"/>
                <a:cs typeface="Raleway"/>
                <a:sym typeface="Raleway"/>
              </a:defRPr>
            </a:lvl6pPr>
            <a:lvl7pPr indent="0" lvl="6" marL="0" algn="r">
              <a:spcBef>
                <a:spcPts val="0"/>
              </a:spcBef>
              <a:buNone/>
              <a:defRPr sz="800" cap="none">
                <a:solidFill>
                  <a:srgbClr val="406760"/>
                </a:solidFill>
                <a:latin typeface="Raleway"/>
                <a:ea typeface="Raleway"/>
                <a:cs typeface="Raleway"/>
                <a:sym typeface="Raleway"/>
              </a:defRPr>
            </a:lvl7pPr>
            <a:lvl8pPr indent="0" lvl="7" marL="0" algn="r">
              <a:spcBef>
                <a:spcPts val="0"/>
              </a:spcBef>
              <a:buNone/>
              <a:defRPr sz="800" cap="none">
                <a:solidFill>
                  <a:srgbClr val="406760"/>
                </a:solidFill>
                <a:latin typeface="Raleway"/>
                <a:ea typeface="Raleway"/>
                <a:cs typeface="Raleway"/>
                <a:sym typeface="Raleway"/>
              </a:defRPr>
            </a:lvl8pPr>
            <a:lvl9pPr indent="0" lvl="8" marL="0" algn="r">
              <a:spcBef>
                <a:spcPts val="0"/>
              </a:spcBef>
              <a:buNone/>
              <a:defRPr sz="800" cap="none">
                <a:solidFill>
                  <a:srgbClr val="406760"/>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 Header 2">
    <p:bg>
      <p:bgPr>
        <a:solidFill>
          <a:schemeClr val="accent3"/>
        </a:solidFill>
      </p:bgPr>
    </p:bg>
    <p:spTree>
      <p:nvGrpSpPr>
        <p:cNvPr id="211" name="Shape 211"/>
        <p:cNvGrpSpPr/>
        <p:nvPr/>
      </p:nvGrpSpPr>
      <p:grpSpPr>
        <a:xfrm>
          <a:off x="0" y="0"/>
          <a:ext cx="0" cy="0"/>
          <a:chOff x="0" y="0"/>
          <a:chExt cx="0" cy="0"/>
        </a:xfrm>
      </p:grpSpPr>
      <p:sp>
        <p:nvSpPr>
          <p:cNvPr id="212" name="Google Shape;212;p28"/>
          <p:cNvSpPr/>
          <p:nvPr/>
        </p:nvSpPr>
        <p:spPr>
          <a:xfrm rot="-9831340">
            <a:off x="66210" y="50848"/>
            <a:ext cx="12708923" cy="5633014"/>
          </a:xfrm>
          <a:custGeom>
            <a:rect b="b" l="l" r="r" t="t"/>
            <a:pathLst>
              <a:path extrusionOk="0" h="5633014" w="12708923">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lt2">
              <a:alpha val="12157"/>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13" name="Google Shape;213;p28"/>
          <p:cNvSpPr txBox="1"/>
          <p:nvPr>
            <p:ph type="title"/>
          </p:nvPr>
        </p:nvSpPr>
        <p:spPr>
          <a:xfrm>
            <a:off x="700790" y="2880794"/>
            <a:ext cx="7813623" cy="370257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lt2"/>
              </a:buClr>
              <a:buSzPts val="8000"/>
              <a:buFont typeface="JasmineUPC"/>
              <a:buNone/>
              <a:defRPr sz="8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8"/>
          <p:cNvSpPr txBox="1"/>
          <p:nvPr>
            <p:ph idx="11" type="ftr"/>
          </p:nvPr>
        </p:nvSpPr>
        <p:spPr>
          <a:xfrm>
            <a:off x="700790" y="256032"/>
            <a:ext cx="325661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28"/>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28"/>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lt2"/>
                </a:solidFill>
                <a:latin typeface="Raleway"/>
                <a:ea typeface="Raleway"/>
                <a:cs typeface="Raleway"/>
                <a:sym typeface="Raleway"/>
              </a:defRPr>
            </a:lvl1pPr>
            <a:lvl2pPr indent="0" lvl="1" marL="0" algn="r">
              <a:spcBef>
                <a:spcPts val="0"/>
              </a:spcBef>
              <a:buNone/>
              <a:defRPr sz="800" cap="none">
                <a:solidFill>
                  <a:schemeClr val="lt2"/>
                </a:solidFill>
                <a:latin typeface="Raleway"/>
                <a:ea typeface="Raleway"/>
                <a:cs typeface="Raleway"/>
                <a:sym typeface="Raleway"/>
              </a:defRPr>
            </a:lvl2pPr>
            <a:lvl3pPr indent="0" lvl="2" marL="0" algn="r">
              <a:spcBef>
                <a:spcPts val="0"/>
              </a:spcBef>
              <a:buNone/>
              <a:defRPr sz="800" cap="none">
                <a:solidFill>
                  <a:schemeClr val="lt2"/>
                </a:solidFill>
                <a:latin typeface="Raleway"/>
                <a:ea typeface="Raleway"/>
                <a:cs typeface="Raleway"/>
                <a:sym typeface="Raleway"/>
              </a:defRPr>
            </a:lvl3pPr>
            <a:lvl4pPr indent="0" lvl="3" marL="0" algn="r">
              <a:spcBef>
                <a:spcPts val="0"/>
              </a:spcBef>
              <a:buNone/>
              <a:defRPr sz="800" cap="none">
                <a:solidFill>
                  <a:schemeClr val="lt2"/>
                </a:solidFill>
                <a:latin typeface="Raleway"/>
                <a:ea typeface="Raleway"/>
                <a:cs typeface="Raleway"/>
                <a:sym typeface="Raleway"/>
              </a:defRPr>
            </a:lvl4pPr>
            <a:lvl5pPr indent="0" lvl="4" marL="0" algn="r">
              <a:spcBef>
                <a:spcPts val="0"/>
              </a:spcBef>
              <a:buNone/>
              <a:defRPr sz="800" cap="none">
                <a:solidFill>
                  <a:schemeClr val="lt2"/>
                </a:solidFill>
                <a:latin typeface="Raleway"/>
                <a:ea typeface="Raleway"/>
                <a:cs typeface="Raleway"/>
                <a:sym typeface="Raleway"/>
              </a:defRPr>
            </a:lvl5pPr>
            <a:lvl6pPr indent="0" lvl="5" marL="0" algn="r">
              <a:spcBef>
                <a:spcPts val="0"/>
              </a:spcBef>
              <a:buNone/>
              <a:defRPr sz="800" cap="none">
                <a:solidFill>
                  <a:schemeClr val="lt2"/>
                </a:solidFill>
                <a:latin typeface="Raleway"/>
                <a:ea typeface="Raleway"/>
                <a:cs typeface="Raleway"/>
                <a:sym typeface="Raleway"/>
              </a:defRPr>
            </a:lvl6pPr>
            <a:lvl7pPr indent="0" lvl="6" marL="0" algn="r">
              <a:spcBef>
                <a:spcPts val="0"/>
              </a:spcBef>
              <a:buNone/>
              <a:defRPr sz="800" cap="none">
                <a:solidFill>
                  <a:schemeClr val="lt2"/>
                </a:solidFill>
                <a:latin typeface="Raleway"/>
                <a:ea typeface="Raleway"/>
                <a:cs typeface="Raleway"/>
                <a:sym typeface="Raleway"/>
              </a:defRPr>
            </a:lvl7pPr>
            <a:lvl8pPr indent="0" lvl="7" marL="0" algn="r">
              <a:spcBef>
                <a:spcPts val="0"/>
              </a:spcBef>
              <a:buNone/>
              <a:defRPr sz="800" cap="none">
                <a:solidFill>
                  <a:schemeClr val="lt2"/>
                </a:solidFill>
                <a:latin typeface="Raleway"/>
                <a:ea typeface="Raleway"/>
                <a:cs typeface="Raleway"/>
                <a:sym typeface="Raleway"/>
              </a:defRPr>
            </a:lvl8pPr>
            <a:lvl9pPr indent="0" lvl="8" marL="0" algn="r">
              <a:spcBef>
                <a:spcPts val="0"/>
              </a:spcBef>
              <a:buNone/>
              <a:defRPr sz="800" cap="none">
                <a:solidFill>
                  <a:schemeClr val="lt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spTree>
      <p:nvGrpSpPr>
        <p:cNvPr id="217" name="Shape 217"/>
        <p:cNvGrpSpPr/>
        <p:nvPr/>
      </p:nvGrpSpPr>
      <p:grpSpPr>
        <a:xfrm>
          <a:off x="0" y="0"/>
          <a:ext cx="0" cy="0"/>
          <a:chOff x="0" y="0"/>
          <a:chExt cx="0" cy="0"/>
        </a:xfrm>
      </p:grpSpPr>
      <p:sp>
        <p:nvSpPr>
          <p:cNvPr id="218" name="Google Shape;218;p29"/>
          <p:cNvSpPr/>
          <p:nvPr/>
        </p:nvSpPr>
        <p:spPr>
          <a:xfrm rot="2224783">
            <a:off x="3460161" y="6163445"/>
            <a:ext cx="1518870" cy="701868"/>
          </a:xfrm>
          <a:custGeom>
            <a:rect b="b" l="l" r="r" t="t"/>
            <a:pathLst>
              <a:path extrusionOk="0" h="701868" w="1518870">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19" name="Google Shape;219;p29"/>
          <p:cNvSpPr/>
          <p:nvPr/>
        </p:nvSpPr>
        <p:spPr>
          <a:xfrm rot="-325235">
            <a:off x="331639" y="5073968"/>
            <a:ext cx="1519655" cy="1442052"/>
          </a:xfrm>
          <a:custGeom>
            <a:rect b="b" l="l" r="r" t="t"/>
            <a:pathLst>
              <a:path extrusionOk="0" h="4841960" w="5102527">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20" name="Google Shape;220;p29"/>
          <p:cNvSpPr/>
          <p:nvPr/>
        </p:nvSpPr>
        <p:spPr>
          <a:xfrm rot="1467941">
            <a:off x="8623787" y="5673711"/>
            <a:ext cx="617481" cy="1365896"/>
          </a:xfrm>
          <a:custGeom>
            <a:rect b="b" l="l" r="r" t="t"/>
            <a:pathLst>
              <a:path extrusionOk="0" h="1365896" w="617481">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21" name="Google Shape;221;p29"/>
          <p:cNvSpPr txBox="1"/>
          <p:nvPr>
            <p:ph type="title"/>
          </p:nvPr>
        </p:nvSpPr>
        <p:spPr>
          <a:xfrm>
            <a:off x="3778043" y="1774475"/>
            <a:ext cx="4635914" cy="1611903"/>
          </a:xfrm>
          <a:prstGeom prst="rect">
            <a:avLst/>
          </a:prstGeom>
          <a:noFill/>
          <a:ln>
            <a:noFill/>
          </a:ln>
        </p:spPr>
        <p:txBody>
          <a:bodyPr anchorCtr="0" anchor="b" bIns="45700" lIns="91425" spcFirstLastPara="1" rIns="91425" wrap="square" tIns="45700">
            <a:normAutofit/>
          </a:bodyPr>
          <a:lstStyle>
            <a:lvl1pPr lvl="0" algn="ctr">
              <a:lnSpc>
                <a:spcPct val="55000"/>
              </a:lnSpc>
              <a:spcBef>
                <a:spcPts val="0"/>
              </a:spcBef>
              <a:spcAft>
                <a:spcPts val="0"/>
              </a:spcAft>
              <a:buClr>
                <a:schemeClr val="dk2"/>
              </a:buClr>
              <a:buSzPts val="4400"/>
              <a:buFont typeface="JasmineUP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29"/>
          <p:cNvSpPr txBox="1"/>
          <p:nvPr>
            <p:ph idx="1" type="body"/>
          </p:nvPr>
        </p:nvSpPr>
        <p:spPr>
          <a:xfrm>
            <a:off x="4219596" y="3528007"/>
            <a:ext cx="3752808" cy="1740029"/>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dk2"/>
              </a:buClr>
              <a:buSzPts val="1400"/>
              <a:buNone/>
              <a:defRPr/>
            </a:lvl1pPr>
            <a:lvl2pPr indent="-228600" lvl="1" marL="914400" algn="ctr">
              <a:lnSpc>
                <a:spcPct val="120000"/>
              </a:lnSpc>
              <a:spcBef>
                <a:spcPts val="500"/>
              </a:spcBef>
              <a:spcAft>
                <a:spcPts val="0"/>
              </a:spcAft>
              <a:buClr>
                <a:schemeClr val="dk2"/>
              </a:buClr>
              <a:buSzPts val="1400"/>
              <a:buNone/>
              <a:defRPr/>
            </a:lvl2pPr>
            <a:lvl3pPr indent="-228600" lvl="2" marL="1371600" algn="ctr">
              <a:lnSpc>
                <a:spcPct val="120000"/>
              </a:lnSpc>
              <a:spcBef>
                <a:spcPts val="500"/>
              </a:spcBef>
              <a:spcAft>
                <a:spcPts val="0"/>
              </a:spcAft>
              <a:buClr>
                <a:schemeClr val="dk2"/>
              </a:buClr>
              <a:buSzPts val="1400"/>
              <a:buNone/>
              <a:defRPr/>
            </a:lvl3pPr>
            <a:lvl4pPr indent="-228600" lvl="3" marL="1828800" algn="ctr">
              <a:lnSpc>
                <a:spcPct val="120000"/>
              </a:lnSpc>
              <a:spcBef>
                <a:spcPts val="500"/>
              </a:spcBef>
              <a:spcAft>
                <a:spcPts val="0"/>
              </a:spcAft>
              <a:buClr>
                <a:schemeClr val="dk2"/>
              </a:buClr>
              <a:buSzPts val="1400"/>
              <a:buNone/>
              <a:defRPr/>
            </a:lvl4pPr>
            <a:lvl5pPr indent="-228600" lvl="4" marL="2286000" algn="ctr">
              <a:lnSpc>
                <a:spcPct val="120000"/>
              </a:lnSpc>
              <a:spcBef>
                <a:spcPts val="500"/>
              </a:spcBef>
              <a:spcAft>
                <a:spcPts val="0"/>
              </a:spcAft>
              <a:buClr>
                <a:schemeClr val="dk2"/>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 name="Google Shape;223;p29"/>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29"/>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29"/>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26" name="Google Shape;226;p29"/>
          <p:cNvSpPr/>
          <p:nvPr/>
        </p:nvSpPr>
        <p:spPr>
          <a:xfrm rot="1025276">
            <a:off x="1497091" y="3148569"/>
            <a:ext cx="1266102" cy="1141596"/>
          </a:xfrm>
          <a:custGeom>
            <a:rect b="b" l="l" r="r" t="t"/>
            <a:pathLst>
              <a:path extrusionOk="0" h="1137901" w="1262004">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27" name="Google Shape;227;p29"/>
          <p:cNvSpPr/>
          <p:nvPr/>
        </p:nvSpPr>
        <p:spPr>
          <a:xfrm rot="-6335462">
            <a:off x="10090562" y="3888117"/>
            <a:ext cx="1231246" cy="1240490"/>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28" name="Google Shape;228;p29"/>
          <p:cNvSpPr/>
          <p:nvPr/>
        </p:nvSpPr>
        <p:spPr>
          <a:xfrm rot="1588828">
            <a:off x="2210220" y="500078"/>
            <a:ext cx="1421719" cy="693696"/>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29" name="Google Shape;229;p29"/>
          <p:cNvSpPr/>
          <p:nvPr/>
        </p:nvSpPr>
        <p:spPr>
          <a:xfrm flipH="1" rot="-2850365">
            <a:off x="10246917" y="837086"/>
            <a:ext cx="1186677" cy="1024181"/>
          </a:xfrm>
          <a:custGeom>
            <a:rect b="b" l="l" r="r" t="t"/>
            <a:pathLst>
              <a:path extrusionOk="0" h="1617915" w="1874613">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30" name="Google Shape;230;p29"/>
          <p:cNvSpPr/>
          <p:nvPr/>
        </p:nvSpPr>
        <p:spPr>
          <a:xfrm rot="2913124">
            <a:off x="-144485" y="1340695"/>
            <a:ext cx="1103812" cy="1086017"/>
          </a:xfrm>
          <a:custGeom>
            <a:rect b="b" l="l" r="r" t="t"/>
            <a:pathLst>
              <a:path extrusionOk="0" h="1086017" w="1103812">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31" name="Google Shape;231;p29"/>
          <p:cNvSpPr/>
          <p:nvPr/>
        </p:nvSpPr>
        <p:spPr>
          <a:xfrm rot="10281995">
            <a:off x="7991797" y="51988"/>
            <a:ext cx="976375" cy="910784"/>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232" name="Shape 232"/>
        <p:cNvGrpSpPr/>
        <p:nvPr/>
      </p:nvGrpSpPr>
      <p:grpSpPr>
        <a:xfrm>
          <a:off x="0" y="0"/>
          <a:ext cx="0" cy="0"/>
          <a:chOff x="0" y="0"/>
          <a:chExt cx="0" cy="0"/>
        </a:xfrm>
      </p:grpSpPr>
      <p:sp>
        <p:nvSpPr>
          <p:cNvPr id="233" name="Google Shape;233;p30"/>
          <p:cNvSpPr/>
          <p:nvPr/>
        </p:nvSpPr>
        <p:spPr>
          <a:xfrm rot="2011926">
            <a:off x="8444242" y="5591564"/>
            <a:ext cx="1034517" cy="1675605"/>
          </a:xfrm>
          <a:custGeom>
            <a:rect b="b" l="l" r="r" t="t"/>
            <a:pathLst>
              <a:path extrusionOk="0" h="1675605" w="1034517">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34" name="Google Shape;234;p30"/>
          <p:cNvSpPr/>
          <p:nvPr/>
        </p:nvSpPr>
        <p:spPr>
          <a:xfrm rot="2913124">
            <a:off x="2682275" y="5364442"/>
            <a:ext cx="1717203" cy="1697039"/>
          </a:xfrm>
          <a:custGeom>
            <a:rect b="b" l="l" r="r" t="t"/>
            <a:pathLst>
              <a:path extrusionOk="0" h="1697039" w="1717203">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35" name="Google Shape;235;p30"/>
          <p:cNvSpPr txBox="1"/>
          <p:nvPr>
            <p:ph type="title"/>
          </p:nvPr>
        </p:nvSpPr>
        <p:spPr>
          <a:xfrm>
            <a:off x="3778043" y="1774475"/>
            <a:ext cx="4635914" cy="1611903"/>
          </a:xfrm>
          <a:prstGeom prst="rect">
            <a:avLst/>
          </a:prstGeom>
          <a:noFill/>
          <a:ln>
            <a:noFill/>
          </a:ln>
        </p:spPr>
        <p:txBody>
          <a:bodyPr anchorCtr="0" anchor="b" bIns="45700" lIns="91425" spcFirstLastPara="1" rIns="91425" wrap="square" tIns="45700">
            <a:normAutofit/>
          </a:bodyPr>
          <a:lstStyle>
            <a:lvl1pPr lvl="0" algn="ctr">
              <a:lnSpc>
                <a:spcPct val="55000"/>
              </a:lnSpc>
              <a:spcBef>
                <a:spcPts val="0"/>
              </a:spcBef>
              <a:spcAft>
                <a:spcPts val="0"/>
              </a:spcAft>
              <a:buClr>
                <a:schemeClr val="dk2"/>
              </a:buClr>
              <a:buSzPts val="4400"/>
              <a:buFont typeface="JasmineUP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 name="Google Shape;236;p30"/>
          <p:cNvSpPr txBox="1"/>
          <p:nvPr>
            <p:ph idx="1" type="body"/>
          </p:nvPr>
        </p:nvSpPr>
        <p:spPr>
          <a:xfrm>
            <a:off x="4219596" y="3528007"/>
            <a:ext cx="3752808" cy="1740029"/>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dk2"/>
              </a:buClr>
              <a:buSzPts val="1400"/>
              <a:buNone/>
              <a:defRPr/>
            </a:lvl1pPr>
            <a:lvl2pPr indent="-228600" lvl="1" marL="914400" algn="ctr">
              <a:lnSpc>
                <a:spcPct val="120000"/>
              </a:lnSpc>
              <a:spcBef>
                <a:spcPts val="500"/>
              </a:spcBef>
              <a:spcAft>
                <a:spcPts val="0"/>
              </a:spcAft>
              <a:buClr>
                <a:schemeClr val="dk2"/>
              </a:buClr>
              <a:buSzPts val="1400"/>
              <a:buNone/>
              <a:defRPr/>
            </a:lvl2pPr>
            <a:lvl3pPr indent="-228600" lvl="2" marL="1371600" algn="ctr">
              <a:lnSpc>
                <a:spcPct val="120000"/>
              </a:lnSpc>
              <a:spcBef>
                <a:spcPts val="500"/>
              </a:spcBef>
              <a:spcAft>
                <a:spcPts val="0"/>
              </a:spcAft>
              <a:buClr>
                <a:schemeClr val="dk2"/>
              </a:buClr>
              <a:buSzPts val="1400"/>
              <a:buNone/>
              <a:defRPr/>
            </a:lvl3pPr>
            <a:lvl4pPr indent="-228600" lvl="3" marL="1828800" algn="ctr">
              <a:lnSpc>
                <a:spcPct val="120000"/>
              </a:lnSpc>
              <a:spcBef>
                <a:spcPts val="500"/>
              </a:spcBef>
              <a:spcAft>
                <a:spcPts val="0"/>
              </a:spcAft>
              <a:buClr>
                <a:schemeClr val="dk2"/>
              </a:buClr>
              <a:buSzPts val="1400"/>
              <a:buNone/>
              <a:defRPr/>
            </a:lvl4pPr>
            <a:lvl5pPr indent="-228600" lvl="4" marL="2286000" algn="ctr">
              <a:lnSpc>
                <a:spcPct val="120000"/>
              </a:lnSpc>
              <a:spcBef>
                <a:spcPts val="500"/>
              </a:spcBef>
              <a:spcAft>
                <a:spcPts val="0"/>
              </a:spcAft>
              <a:buClr>
                <a:schemeClr val="dk2"/>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 name="Google Shape;237;p30"/>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30"/>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30"/>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0" name="Google Shape;240;p30"/>
          <p:cNvSpPr/>
          <p:nvPr/>
        </p:nvSpPr>
        <p:spPr>
          <a:xfrm rot="451832">
            <a:off x="889855" y="1922711"/>
            <a:ext cx="1860149" cy="1677021"/>
          </a:xfrm>
          <a:custGeom>
            <a:rect b="b" l="l" r="r" t="t"/>
            <a:pathLst>
              <a:path extrusionOk="0" h="1137762" w="1262004">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41" name="Google Shape;241;p30"/>
          <p:cNvSpPr/>
          <p:nvPr/>
        </p:nvSpPr>
        <p:spPr>
          <a:xfrm rot="-6335462">
            <a:off x="9707164" y="2759530"/>
            <a:ext cx="1945019" cy="1959622"/>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42" name="Google Shape;242;p30"/>
          <p:cNvSpPr/>
          <p:nvPr/>
        </p:nvSpPr>
        <p:spPr>
          <a:xfrm rot="1588828">
            <a:off x="1908058" y="83474"/>
            <a:ext cx="2147316" cy="1093247"/>
          </a:xfrm>
          <a:custGeom>
            <a:rect b="b" l="l" r="r" t="t"/>
            <a:pathLst>
              <a:path extrusionOk="0" h="1093247" w="2147316">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43" name="Google Shape;243;p30"/>
          <p:cNvSpPr/>
          <p:nvPr/>
        </p:nvSpPr>
        <p:spPr>
          <a:xfrm flipH="1" rot="-2676087">
            <a:off x="8932605" y="-272143"/>
            <a:ext cx="1708393" cy="1617915"/>
          </a:xfrm>
          <a:custGeom>
            <a:rect b="b" l="l" r="r" t="t"/>
            <a:pathLst>
              <a:path extrusionOk="0" h="1617915" w="1708393">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44" name="Google Shape;244;p30"/>
          <p:cNvSpPr/>
          <p:nvPr/>
        </p:nvSpPr>
        <p:spPr>
          <a:xfrm rot="-5011178">
            <a:off x="-424207" y="4425598"/>
            <a:ext cx="2194164" cy="1521369"/>
          </a:xfrm>
          <a:custGeom>
            <a:rect b="b" l="l" r="r" t="t"/>
            <a:pathLst>
              <a:path extrusionOk="0" h="1568294" w="2261840">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245" name="Google Shape;245;p30"/>
          <p:cNvGrpSpPr/>
          <p:nvPr/>
        </p:nvGrpSpPr>
        <p:grpSpPr>
          <a:xfrm flipH="1" rot="-10608409">
            <a:off x="2828129" y="544604"/>
            <a:ext cx="677474" cy="308260"/>
            <a:chOff x="8996126" y="2365008"/>
            <a:chExt cx="743171" cy="338154"/>
          </a:xfrm>
        </p:grpSpPr>
        <p:sp>
          <p:nvSpPr>
            <p:cNvPr id="246" name="Google Shape;246;p30"/>
            <p:cNvSpPr/>
            <p:nvPr/>
          </p:nvSpPr>
          <p:spPr>
            <a:xfrm rot="528795">
              <a:off x="9017281" y="2390279"/>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47" name="Google Shape;247;p30"/>
            <p:cNvSpPr/>
            <p:nvPr/>
          </p:nvSpPr>
          <p:spPr>
            <a:xfrm rot="528795">
              <a:off x="9122380" y="2397881"/>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48" name="Google Shape;248;p30"/>
            <p:cNvSpPr/>
            <p:nvPr/>
          </p:nvSpPr>
          <p:spPr>
            <a:xfrm rot="528795">
              <a:off x="9467729" y="238244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49" name="Google Shape;249;p30"/>
            <p:cNvSpPr/>
            <p:nvPr/>
          </p:nvSpPr>
          <p:spPr>
            <a:xfrm rot="528795">
              <a:off x="9574102" y="2390247"/>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250" name="Google Shape;250;p30"/>
          <p:cNvGrpSpPr/>
          <p:nvPr/>
        </p:nvGrpSpPr>
        <p:grpSpPr>
          <a:xfrm flipH="1">
            <a:off x="10431204" y="3517916"/>
            <a:ext cx="604535" cy="324056"/>
            <a:chOff x="5447388" y="3100610"/>
            <a:chExt cx="1500891" cy="804540"/>
          </a:xfrm>
        </p:grpSpPr>
        <p:sp>
          <p:nvSpPr>
            <p:cNvPr id="251" name="Google Shape;251;p30"/>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52" name="Google Shape;252;p30"/>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53" name="Google Shape;253;p30"/>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54" name="Google Shape;254;p30"/>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55" name="Google Shape;255;p30"/>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256" name="Google Shape;256;p30"/>
          <p:cNvGrpSpPr/>
          <p:nvPr/>
        </p:nvGrpSpPr>
        <p:grpSpPr>
          <a:xfrm rot="624441">
            <a:off x="1541255" y="2759626"/>
            <a:ext cx="430914" cy="357606"/>
            <a:chOff x="7428639" y="1439246"/>
            <a:chExt cx="605570" cy="502550"/>
          </a:xfrm>
        </p:grpSpPr>
        <p:grpSp>
          <p:nvGrpSpPr>
            <p:cNvPr id="257" name="Google Shape;257;p30"/>
            <p:cNvGrpSpPr/>
            <p:nvPr/>
          </p:nvGrpSpPr>
          <p:grpSpPr>
            <a:xfrm>
              <a:off x="7428639" y="1439246"/>
              <a:ext cx="605570" cy="274395"/>
              <a:chOff x="7428639" y="1439246"/>
              <a:chExt cx="605570" cy="274395"/>
            </a:xfrm>
          </p:grpSpPr>
          <p:sp>
            <p:nvSpPr>
              <p:cNvPr id="258" name="Google Shape;258;p30"/>
              <p:cNvSpPr/>
              <p:nvPr/>
            </p:nvSpPr>
            <p:spPr>
              <a:xfrm flipH="1" rot="-757345">
                <a:off x="7443521" y="1546719"/>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59" name="Google Shape;259;p30"/>
              <p:cNvSpPr/>
              <p:nvPr/>
            </p:nvSpPr>
            <p:spPr>
              <a:xfrm flipH="1" rot="-757345">
                <a:off x="7871225" y="1453584"/>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260" name="Google Shape;260;p30"/>
            <p:cNvSpPr/>
            <p:nvPr/>
          </p:nvSpPr>
          <p:spPr>
            <a:xfrm rot="-555536">
              <a:off x="7702877" y="1813170"/>
              <a:ext cx="242399" cy="109841"/>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261" name="Google Shape;261;p30"/>
          <p:cNvGrpSpPr/>
          <p:nvPr/>
        </p:nvGrpSpPr>
        <p:grpSpPr>
          <a:xfrm rot="-635664">
            <a:off x="3375376" y="5825690"/>
            <a:ext cx="578256" cy="532157"/>
            <a:chOff x="4469259" y="5437700"/>
            <a:chExt cx="578256" cy="532157"/>
          </a:xfrm>
        </p:grpSpPr>
        <p:grpSp>
          <p:nvGrpSpPr>
            <p:cNvPr id="262" name="Google Shape;262;p30"/>
            <p:cNvGrpSpPr/>
            <p:nvPr/>
          </p:nvGrpSpPr>
          <p:grpSpPr>
            <a:xfrm>
              <a:off x="4469259" y="5437700"/>
              <a:ext cx="578256" cy="291749"/>
              <a:chOff x="1148701" y="1742835"/>
              <a:chExt cx="665981" cy="336009"/>
            </a:xfrm>
          </p:grpSpPr>
          <p:sp>
            <p:nvSpPr>
              <p:cNvPr id="263" name="Google Shape;263;p30"/>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64" name="Google Shape;264;p30"/>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65" name="Google Shape;265;p30"/>
              <p:cNvSpPr/>
              <p:nvPr/>
            </p:nvSpPr>
            <p:spPr>
              <a:xfrm flipH="1" rot="10462796">
                <a:off x="1505310"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66" name="Google Shape;266;p30"/>
              <p:cNvSpPr/>
              <p:nvPr/>
            </p:nvSpPr>
            <p:spPr>
              <a:xfrm flipH="1" rot="7822065">
                <a:off x="1641096"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267" name="Google Shape;267;p30"/>
            <p:cNvSpPr/>
            <p:nvPr/>
          </p:nvSpPr>
          <p:spPr>
            <a:xfrm rot="387385">
              <a:off x="4591430" y="5903854"/>
              <a:ext cx="363347" cy="45719"/>
            </a:xfrm>
            <a:custGeom>
              <a:rect b="b" l="l" r="r" t="t"/>
              <a:pathLst>
                <a:path extrusionOk="0" h="33765" w="8434">
                  <a:moveTo>
                    <a:pt x="0" y="33765"/>
                  </a:moveTo>
                  <a:lnTo>
                    <a:pt x="8434" y="0"/>
                  </a:ln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ontent 4">
    <p:spTree>
      <p:nvGrpSpPr>
        <p:cNvPr id="268" name="Shape 268"/>
        <p:cNvGrpSpPr/>
        <p:nvPr/>
      </p:nvGrpSpPr>
      <p:grpSpPr>
        <a:xfrm>
          <a:off x="0" y="0"/>
          <a:ext cx="0" cy="0"/>
          <a:chOff x="0" y="0"/>
          <a:chExt cx="0" cy="0"/>
        </a:xfrm>
      </p:grpSpPr>
      <p:sp>
        <p:nvSpPr>
          <p:cNvPr id="269" name="Google Shape;269;p31"/>
          <p:cNvSpPr txBox="1"/>
          <p:nvPr>
            <p:ph type="title"/>
          </p:nvPr>
        </p:nvSpPr>
        <p:spPr>
          <a:xfrm>
            <a:off x="700790" y="1834373"/>
            <a:ext cx="4451073" cy="1447313"/>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31"/>
          <p:cNvSpPr txBox="1"/>
          <p:nvPr>
            <p:ph idx="1" type="body"/>
          </p:nvPr>
        </p:nvSpPr>
        <p:spPr>
          <a:xfrm>
            <a:off x="5776439" y="1834374"/>
            <a:ext cx="4566440" cy="3722894"/>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17500" lvl="3" marL="1828800" algn="l">
              <a:lnSpc>
                <a:spcPct val="120000"/>
              </a:lnSpc>
              <a:spcBef>
                <a:spcPts val="500"/>
              </a:spcBef>
              <a:spcAft>
                <a:spcPts val="0"/>
              </a:spcAft>
              <a:buClr>
                <a:schemeClr val="dk2"/>
              </a:buClr>
              <a:buSzPts val="1400"/>
              <a:buChar char="•"/>
              <a:defRPr/>
            </a:lvl4pPr>
            <a:lvl5pPr indent="-317500" lvl="4" marL="2286000" algn="l">
              <a:lnSpc>
                <a:spcPct val="120000"/>
              </a:lnSpc>
              <a:spcBef>
                <a:spcPts val="500"/>
              </a:spcBef>
              <a:spcAft>
                <a:spcPts val="0"/>
              </a:spcAft>
              <a:buClr>
                <a:schemeClr val="dk2"/>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 name="Google Shape;271;p31"/>
          <p:cNvSpPr txBox="1"/>
          <p:nvPr>
            <p:ph idx="11" type="ftr"/>
          </p:nvPr>
        </p:nvSpPr>
        <p:spPr>
          <a:xfrm>
            <a:off x="5776439"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2" name="Google Shape;272;p31"/>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31"/>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4" name="Google Shape;274;p31"/>
          <p:cNvSpPr/>
          <p:nvPr/>
        </p:nvSpPr>
        <p:spPr>
          <a:xfrm rot="9731603">
            <a:off x="572309" y="5403881"/>
            <a:ext cx="2210866" cy="1146496"/>
          </a:xfrm>
          <a:custGeom>
            <a:rect b="b" l="l" r="r" t="t"/>
            <a:pathLst>
              <a:path extrusionOk="0" h="1723714" w="4444077">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75" name="Google Shape;275;p31"/>
          <p:cNvSpPr/>
          <p:nvPr/>
        </p:nvSpPr>
        <p:spPr>
          <a:xfrm rot="-3537399">
            <a:off x="1686615" y="3570969"/>
            <a:ext cx="1886784" cy="1900950"/>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76" name="Google Shape;276;p31"/>
          <p:cNvSpPr/>
          <p:nvPr/>
        </p:nvSpPr>
        <p:spPr>
          <a:xfrm rot="-3844419">
            <a:off x="2689157" y="5224197"/>
            <a:ext cx="2003020" cy="1096769"/>
          </a:xfrm>
          <a:custGeom>
            <a:rect b="b" l="l" r="r" t="t"/>
            <a:pathLst>
              <a:path extrusionOk="0" h="1967436" w="3431409">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277" name="Google Shape;277;p31"/>
          <p:cNvGrpSpPr/>
          <p:nvPr/>
        </p:nvGrpSpPr>
        <p:grpSpPr>
          <a:xfrm>
            <a:off x="2287148" y="4303097"/>
            <a:ext cx="736668" cy="336009"/>
            <a:chOff x="1148701" y="1742835"/>
            <a:chExt cx="736668" cy="336009"/>
          </a:xfrm>
        </p:grpSpPr>
        <p:sp>
          <p:nvSpPr>
            <p:cNvPr id="278" name="Google Shape;278;p31"/>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79" name="Google Shape;279;p31"/>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80" name="Google Shape;280;p31"/>
            <p:cNvSpPr/>
            <p:nvPr/>
          </p:nvSpPr>
          <p:spPr>
            <a:xfrm flipH="1" rot="10462796">
              <a:off x="1575997"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81" name="Google Shape;281;p31"/>
            <p:cNvSpPr/>
            <p:nvPr/>
          </p:nvSpPr>
          <p:spPr>
            <a:xfrm flipH="1" rot="7822065">
              <a:off x="1711783"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282" name="Google Shape;282;p31"/>
          <p:cNvSpPr/>
          <p:nvPr/>
        </p:nvSpPr>
        <p:spPr>
          <a:xfrm rot="5784107">
            <a:off x="2582081" y="4689445"/>
            <a:ext cx="124751" cy="137337"/>
          </a:xfrm>
          <a:prstGeom prst="ellipse">
            <a:avLst/>
          </a:prstGeom>
          <a:noFill/>
          <a:ln cap="flat"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283" name="Google Shape;283;p31"/>
          <p:cNvGrpSpPr/>
          <p:nvPr/>
        </p:nvGrpSpPr>
        <p:grpSpPr>
          <a:xfrm flipH="1" rot="691471">
            <a:off x="3356431" y="5816786"/>
            <a:ext cx="535742" cy="372558"/>
            <a:chOff x="9834754" y="669444"/>
            <a:chExt cx="761160" cy="529315"/>
          </a:xfrm>
        </p:grpSpPr>
        <p:sp>
          <p:nvSpPr>
            <p:cNvPr id="284" name="Google Shape;284;p31"/>
            <p:cNvSpPr/>
            <p:nvPr/>
          </p:nvSpPr>
          <p:spPr>
            <a:xfrm rot="5636109">
              <a:off x="10405736" y="633065"/>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85" name="Google Shape;285;p31"/>
            <p:cNvSpPr/>
            <p:nvPr/>
          </p:nvSpPr>
          <p:spPr>
            <a:xfrm flipH="1" rot="-5636109">
              <a:off x="9883433" y="661928"/>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86" name="Google Shape;286;p31"/>
            <p:cNvSpPr/>
            <p:nvPr/>
          </p:nvSpPr>
          <p:spPr>
            <a:xfrm>
              <a:off x="10099691" y="1099560"/>
              <a:ext cx="257366" cy="99199"/>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5">
  <p:cSld name="Content 5">
    <p:spTree>
      <p:nvGrpSpPr>
        <p:cNvPr id="287" name="Shape 287"/>
        <p:cNvGrpSpPr/>
        <p:nvPr/>
      </p:nvGrpSpPr>
      <p:grpSpPr>
        <a:xfrm>
          <a:off x="0" y="0"/>
          <a:ext cx="0" cy="0"/>
          <a:chOff x="0" y="0"/>
          <a:chExt cx="0" cy="0"/>
        </a:xfrm>
      </p:grpSpPr>
      <p:sp>
        <p:nvSpPr>
          <p:cNvPr id="288" name="Google Shape;288;p32"/>
          <p:cNvSpPr txBox="1"/>
          <p:nvPr>
            <p:ph type="title"/>
          </p:nvPr>
        </p:nvSpPr>
        <p:spPr>
          <a:xfrm>
            <a:off x="5235388" y="770769"/>
            <a:ext cx="5314380" cy="159365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32"/>
          <p:cNvSpPr txBox="1"/>
          <p:nvPr>
            <p:ph idx="1" type="body"/>
          </p:nvPr>
        </p:nvSpPr>
        <p:spPr>
          <a:xfrm>
            <a:off x="5235388" y="2380036"/>
            <a:ext cx="5314380" cy="3302512"/>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17500" lvl="3" marL="1828800" algn="l">
              <a:lnSpc>
                <a:spcPct val="120000"/>
              </a:lnSpc>
              <a:spcBef>
                <a:spcPts val="500"/>
              </a:spcBef>
              <a:spcAft>
                <a:spcPts val="0"/>
              </a:spcAft>
              <a:buClr>
                <a:schemeClr val="dk2"/>
              </a:buClr>
              <a:buSzPts val="1400"/>
              <a:buChar char="•"/>
              <a:defRPr/>
            </a:lvl4pPr>
            <a:lvl5pPr indent="-317500" lvl="4" marL="2286000" algn="l">
              <a:lnSpc>
                <a:spcPct val="120000"/>
              </a:lnSpc>
              <a:spcBef>
                <a:spcPts val="500"/>
              </a:spcBef>
              <a:spcAft>
                <a:spcPts val="0"/>
              </a:spcAft>
              <a:buClr>
                <a:schemeClr val="dk2"/>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32"/>
          <p:cNvSpPr txBox="1"/>
          <p:nvPr>
            <p:ph idx="11" type="ftr"/>
          </p:nvPr>
        </p:nvSpPr>
        <p:spPr>
          <a:xfrm>
            <a:off x="5235388"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32"/>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2" name="Google Shape;292;p32"/>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3" name="Google Shape;293;p32"/>
          <p:cNvSpPr/>
          <p:nvPr/>
        </p:nvSpPr>
        <p:spPr>
          <a:xfrm rot="-1362038">
            <a:off x="2298939" y="3794624"/>
            <a:ext cx="1806472" cy="1597271"/>
          </a:xfrm>
          <a:custGeom>
            <a:rect b="b" l="l" r="r" t="t"/>
            <a:pathLst>
              <a:path extrusionOk="0" h="3557030" w="4594182">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94" name="Google Shape;294;p32"/>
          <p:cNvSpPr/>
          <p:nvPr/>
        </p:nvSpPr>
        <p:spPr>
          <a:xfrm rot="-10184607">
            <a:off x="927147" y="5177139"/>
            <a:ext cx="1645244" cy="1534719"/>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95" name="Google Shape;295;p32"/>
          <p:cNvSpPr/>
          <p:nvPr/>
        </p:nvSpPr>
        <p:spPr>
          <a:xfrm rot="10800000">
            <a:off x="770989" y="2340450"/>
            <a:ext cx="2173849" cy="2062839"/>
          </a:xfrm>
          <a:custGeom>
            <a:rect b="b" l="l" r="r" t="t"/>
            <a:pathLst>
              <a:path extrusionOk="0" h="4841960" w="5102527">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296" name="Google Shape;296;p32"/>
          <p:cNvGrpSpPr/>
          <p:nvPr/>
        </p:nvGrpSpPr>
        <p:grpSpPr>
          <a:xfrm rot="624441">
            <a:off x="1543886" y="3142543"/>
            <a:ext cx="415942" cy="345182"/>
            <a:chOff x="7428639" y="1439246"/>
            <a:chExt cx="605570" cy="502550"/>
          </a:xfrm>
        </p:grpSpPr>
        <p:grpSp>
          <p:nvGrpSpPr>
            <p:cNvPr id="297" name="Google Shape;297;p32"/>
            <p:cNvGrpSpPr/>
            <p:nvPr/>
          </p:nvGrpSpPr>
          <p:grpSpPr>
            <a:xfrm>
              <a:off x="7428639" y="1439246"/>
              <a:ext cx="605570" cy="274395"/>
              <a:chOff x="7428639" y="1439246"/>
              <a:chExt cx="605570" cy="274395"/>
            </a:xfrm>
          </p:grpSpPr>
          <p:sp>
            <p:nvSpPr>
              <p:cNvPr id="298" name="Google Shape;298;p32"/>
              <p:cNvSpPr/>
              <p:nvPr/>
            </p:nvSpPr>
            <p:spPr>
              <a:xfrm flipH="1" rot="-757345">
                <a:off x="7443521" y="1546719"/>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299" name="Google Shape;299;p32"/>
              <p:cNvSpPr/>
              <p:nvPr/>
            </p:nvSpPr>
            <p:spPr>
              <a:xfrm flipH="1" rot="-757345">
                <a:off x="7871225" y="1453584"/>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300" name="Google Shape;300;p32"/>
            <p:cNvSpPr/>
            <p:nvPr/>
          </p:nvSpPr>
          <p:spPr>
            <a:xfrm rot="-555536">
              <a:off x="7702877" y="1813170"/>
              <a:ext cx="242399" cy="109841"/>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301" name="Google Shape;301;p32"/>
          <p:cNvGrpSpPr/>
          <p:nvPr/>
        </p:nvGrpSpPr>
        <p:grpSpPr>
          <a:xfrm>
            <a:off x="1457339" y="5777147"/>
            <a:ext cx="694593" cy="209585"/>
            <a:chOff x="8646415" y="4684124"/>
            <a:chExt cx="694593" cy="209585"/>
          </a:xfrm>
        </p:grpSpPr>
        <p:sp>
          <p:nvSpPr>
            <p:cNvPr id="302" name="Google Shape;302;p32"/>
            <p:cNvSpPr/>
            <p:nvPr/>
          </p:nvSpPr>
          <p:spPr>
            <a:xfrm rot="5636109">
              <a:off x="9153364" y="4700613"/>
              <a:ext cx="139614" cy="226627"/>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03" name="Google Shape;303;p32"/>
            <p:cNvSpPr/>
            <p:nvPr/>
          </p:nvSpPr>
          <p:spPr>
            <a:xfrm rot="-4181624">
              <a:off x="8707105" y="4675603"/>
              <a:ext cx="139614" cy="226627"/>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304" name="Google Shape;304;p32"/>
          <p:cNvSpPr/>
          <p:nvPr/>
        </p:nvSpPr>
        <p:spPr>
          <a:xfrm flipH="1" rot="522784">
            <a:off x="1556256" y="6144372"/>
            <a:ext cx="412854" cy="93184"/>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305" name="Google Shape;305;p32"/>
          <p:cNvGrpSpPr/>
          <p:nvPr/>
        </p:nvGrpSpPr>
        <p:grpSpPr>
          <a:xfrm rot="-577289">
            <a:off x="2847194" y="4395974"/>
            <a:ext cx="646975" cy="295098"/>
            <a:chOff x="1148701" y="1742835"/>
            <a:chExt cx="736668" cy="336009"/>
          </a:xfrm>
        </p:grpSpPr>
        <p:sp>
          <p:nvSpPr>
            <p:cNvPr id="306" name="Google Shape;306;p32"/>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07" name="Google Shape;307;p32"/>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08" name="Google Shape;308;p32"/>
            <p:cNvSpPr/>
            <p:nvPr/>
          </p:nvSpPr>
          <p:spPr>
            <a:xfrm flipH="1" rot="10462796">
              <a:off x="1575997"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09" name="Google Shape;309;p32"/>
            <p:cNvSpPr/>
            <p:nvPr/>
          </p:nvSpPr>
          <p:spPr>
            <a:xfrm flipH="1" rot="7822065">
              <a:off x="1711783"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310" name="Google Shape;310;p32"/>
          <p:cNvSpPr/>
          <p:nvPr/>
        </p:nvSpPr>
        <p:spPr>
          <a:xfrm flipH="1" rot="-5784107">
            <a:off x="3155640" y="4756047"/>
            <a:ext cx="124751" cy="137337"/>
          </a:xfrm>
          <a:prstGeom prst="ellipse">
            <a:avLst/>
          </a:prstGeom>
          <a:noFill/>
          <a:ln cap="flat"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6">
  <p:cSld name="Content 6">
    <p:spTree>
      <p:nvGrpSpPr>
        <p:cNvPr id="311" name="Shape 311"/>
        <p:cNvGrpSpPr/>
        <p:nvPr/>
      </p:nvGrpSpPr>
      <p:grpSpPr>
        <a:xfrm>
          <a:off x="0" y="0"/>
          <a:ext cx="0" cy="0"/>
          <a:chOff x="0" y="0"/>
          <a:chExt cx="0" cy="0"/>
        </a:xfrm>
      </p:grpSpPr>
      <p:sp>
        <p:nvSpPr>
          <p:cNvPr id="312" name="Google Shape;312;p33"/>
          <p:cNvSpPr/>
          <p:nvPr/>
        </p:nvSpPr>
        <p:spPr>
          <a:xfrm rot="-5400000">
            <a:off x="10225495" y="4902832"/>
            <a:ext cx="1947856" cy="1962481"/>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13" name="Google Shape;313;p33"/>
          <p:cNvSpPr/>
          <p:nvPr/>
        </p:nvSpPr>
        <p:spPr>
          <a:xfrm rot="9501122">
            <a:off x="6667414" y="5271714"/>
            <a:ext cx="2235932" cy="1213807"/>
          </a:xfrm>
          <a:custGeom>
            <a:rect b="b" l="l" r="r" t="t"/>
            <a:pathLst>
              <a:path extrusionOk="0" h="1723714" w="4444077">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14" name="Google Shape;314;p33"/>
          <p:cNvSpPr/>
          <p:nvPr/>
        </p:nvSpPr>
        <p:spPr>
          <a:xfrm rot="-4377257">
            <a:off x="8676787" y="5159997"/>
            <a:ext cx="1904644" cy="1134193"/>
          </a:xfrm>
          <a:custGeom>
            <a:rect b="b" l="l" r="r" t="t"/>
            <a:pathLst>
              <a:path extrusionOk="0" h="1967436" w="3431404">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315" name="Google Shape;315;p33"/>
          <p:cNvGrpSpPr/>
          <p:nvPr/>
        </p:nvGrpSpPr>
        <p:grpSpPr>
          <a:xfrm>
            <a:off x="10970453" y="5677717"/>
            <a:ext cx="573206" cy="415080"/>
            <a:chOff x="-1002650" y="993938"/>
            <a:chExt cx="737570" cy="534102"/>
          </a:xfrm>
        </p:grpSpPr>
        <p:sp>
          <p:nvSpPr>
            <p:cNvPr id="316" name="Google Shape;316;p33"/>
            <p:cNvSpPr/>
            <p:nvPr/>
          </p:nvSpPr>
          <p:spPr>
            <a:xfrm flipH="1" rot="-757345">
              <a:off x="-987768" y="1008276"/>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17" name="Google Shape;317;p33"/>
            <p:cNvSpPr/>
            <p:nvPr/>
          </p:nvSpPr>
          <p:spPr>
            <a:xfrm>
              <a:off x="-747692" y="1428841"/>
              <a:ext cx="257366" cy="99199"/>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18" name="Google Shape;318;p33"/>
            <p:cNvSpPr/>
            <p:nvPr/>
          </p:nvSpPr>
          <p:spPr>
            <a:xfrm rot="5636109">
              <a:off x="-455259" y="970525"/>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319" name="Google Shape;319;p33"/>
          <p:cNvGrpSpPr/>
          <p:nvPr/>
        </p:nvGrpSpPr>
        <p:grpSpPr>
          <a:xfrm rot="-1184762">
            <a:off x="7458153" y="5732841"/>
            <a:ext cx="654454" cy="291551"/>
            <a:chOff x="10096975" y="5939226"/>
            <a:chExt cx="929806" cy="414217"/>
          </a:xfrm>
        </p:grpSpPr>
        <p:sp>
          <p:nvSpPr>
            <p:cNvPr id="320" name="Google Shape;320;p33"/>
            <p:cNvSpPr/>
            <p:nvPr/>
          </p:nvSpPr>
          <p:spPr>
            <a:xfrm>
              <a:off x="10655179" y="5944357"/>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21" name="Google Shape;321;p33"/>
            <p:cNvSpPr/>
            <p:nvPr/>
          </p:nvSpPr>
          <p:spPr>
            <a:xfrm>
              <a:off x="10273067" y="5939226"/>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22" name="Google Shape;322;p33"/>
            <p:cNvSpPr/>
            <p:nvPr/>
          </p:nvSpPr>
          <p:spPr>
            <a:xfrm>
              <a:off x="10096975" y="6085720"/>
              <a:ext cx="929806" cy="267723"/>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323" name="Google Shape;323;p33"/>
          <p:cNvGrpSpPr/>
          <p:nvPr/>
        </p:nvGrpSpPr>
        <p:grpSpPr>
          <a:xfrm flipH="1">
            <a:off x="9395005" y="5246710"/>
            <a:ext cx="606354" cy="325031"/>
            <a:chOff x="5447388" y="3100610"/>
            <a:chExt cx="1500891" cy="804540"/>
          </a:xfrm>
        </p:grpSpPr>
        <p:sp>
          <p:nvSpPr>
            <p:cNvPr id="324" name="Google Shape;324;p33"/>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25" name="Google Shape;325;p33"/>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26" name="Google Shape;326;p33"/>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27" name="Google Shape;327;p33"/>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28" name="Google Shape;328;p33"/>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329" name="Google Shape;329;p33"/>
          <p:cNvSpPr txBox="1"/>
          <p:nvPr>
            <p:ph type="title"/>
          </p:nvPr>
        </p:nvSpPr>
        <p:spPr>
          <a:xfrm>
            <a:off x="699660" y="947057"/>
            <a:ext cx="3847847" cy="2171700"/>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 name="Google Shape;330;p33"/>
          <p:cNvSpPr txBox="1"/>
          <p:nvPr>
            <p:ph idx="1" type="body"/>
          </p:nvPr>
        </p:nvSpPr>
        <p:spPr>
          <a:xfrm>
            <a:off x="5220975" y="922246"/>
            <a:ext cx="5618483" cy="309553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1" name="Google Shape;331;p33"/>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2" name="Google Shape;332;p33"/>
          <p:cNvSpPr txBox="1"/>
          <p:nvPr>
            <p:ph idx="10" type="dt"/>
          </p:nvPr>
        </p:nvSpPr>
        <p:spPr>
          <a:xfrm>
            <a:off x="3928991"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3" name="Google Shape;333;p33"/>
          <p:cNvSpPr txBox="1"/>
          <p:nvPr>
            <p:ph idx="12" type="sldNum"/>
          </p:nvPr>
        </p:nvSpPr>
        <p:spPr>
          <a:xfrm>
            <a:off x="6177382"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7">
  <p:cSld name="Content 7">
    <p:spTree>
      <p:nvGrpSpPr>
        <p:cNvPr id="334" name="Shape 334"/>
        <p:cNvGrpSpPr/>
        <p:nvPr/>
      </p:nvGrpSpPr>
      <p:grpSpPr>
        <a:xfrm>
          <a:off x="0" y="0"/>
          <a:ext cx="0" cy="0"/>
          <a:chOff x="0" y="0"/>
          <a:chExt cx="0" cy="0"/>
        </a:xfrm>
      </p:grpSpPr>
      <p:sp>
        <p:nvSpPr>
          <p:cNvPr id="335" name="Google Shape;335;p34"/>
          <p:cNvSpPr txBox="1"/>
          <p:nvPr>
            <p:ph type="title"/>
          </p:nvPr>
        </p:nvSpPr>
        <p:spPr>
          <a:xfrm>
            <a:off x="4321436" y="779913"/>
            <a:ext cx="6352118" cy="159365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6" name="Google Shape;336;p34"/>
          <p:cNvSpPr txBox="1"/>
          <p:nvPr>
            <p:ph idx="1" type="body"/>
          </p:nvPr>
        </p:nvSpPr>
        <p:spPr>
          <a:xfrm>
            <a:off x="4321436" y="2389180"/>
            <a:ext cx="6352119" cy="34579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17500" lvl="3" marL="1828800" algn="l">
              <a:lnSpc>
                <a:spcPct val="120000"/>
              </a:lnSpc>
              <a:spcBef>
                <a:spcPts val="500"/>
              </a:spcBef>
              <a:spcAft>
                <a:spcPts val="0"/>
              </a:spcAft>
              <a:buClr>
                <a:schemeClr val="dk2"/>
              </a:buClr>
              <a:buSzPts val="1400"/>
              <a:buChar char="•"/>
              <a:defRPr/>
            </a:lvl4pPr>
            <a:lvl5pPr indent="-317500" lvl="4" marL="2286000" algn="l">
              <a:lnSpc>
                <a:spcPct val="120000"/>
              </a:lnSpc>
              <a:spcBef>
                <a:spcPts val="500"/>
              </a:spcBef>
              <a:spcAft>
                <a:spcPts val="0"/>
              </a:spcAft>
              <a:buClr>
                <a:schemeClr val="dk2"/>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7" name="Google Shape;337;p34"/>
          <p:cNvSpPr txBox="1"/>
          <p:nvPr>
            <p:ph idx="11" type="ftr"/>
          </p:nvPr>
        </p:nvSpPr>
        <p:spPr>
          <a:xfrm>
            <a:off x="4321436"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8" name="Google Shape;338;p34"/>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9" name="Google Shape;339;p34"/>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40" name="Google Shape;340;p34"/>
          <p:cNvSpPr/>
          <p:nvPr/>
        </p:nvSpPr>
        <p:spPr>
          <a:xfrm rot="-706308">
            <a:off x="401440" y="4206858"/>
            <a:ext cx="2245912" cy="1095843"/>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41" name="Google Shape;341;p34"/>
          <p:cNvSpPr/>
          <p:nvPr/>
        </p:nvSpPr>
        <p:spPr>
          <a:xfrm flipH="1" rot="10800000">
            <a:off x="998860" y="5240085"/>
            <a:ext cx="1874613" cy="1617915"/>
          </a:xfrm>
          <a:custGeom>
            <a:rect b="b" l="l" r="r" t="t"/>
            <a:pathLst>
              <a:path extrusionOk="0" h="1617915" w="1874613">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42" name="Google Shape;342;p34"/>
          <p:cNvSpPr/>
          <p:nvPr/>
        </p:nvSpPr>
        <p:spPr>
          <a:xfrm rot="-890280">
            <a:off x="977015" y="1929248"/>
            <a:ext cx="2400624" cy="2278033"/>
          </a:xfrm>
          <a:custGeom>
            <a:rect b="b" l="l" r="r" t="t"/>
            <a:pathLst>
              <a:path extrusionOk="0" h="4841960" w="5102527">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43" name="Google Shape;343;p34"/>
          <p:cNvSpPr/>
          <p:nvPr/>
        </p:nvSpPr>
        <p:spPr>
          <a:xfrm>
            <a:off x="1254715" y="4842942"/>
            <a:ext cx="299251" cy="103654"/>
          </a:xfrm>
          <a:custGeom>
            <a:rect b="b" l="l" r="r" t="t"/>
            <a:pathLst>
              <a:path extrusionOk="0" h="84751" w="107170">
                <a:moveTo>
                  <a:pt x="0" y="0"/>
                </a:moveTo>
                <a:cubicBezTo>
                  <a:pt x="4431" y="68657"/>
                  <a:pt x="73464" y="85850"/>
                  <a:pt x="107170" y="84698"/>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344" name="Google Shape;344;p34"/>
          <p:cNvGrpSpPr/>
          <p:nvPr/>
        </p:nvGrpSpPr>
        <p:grpSpPr>
          <a:xfrm>
            <a:off x="1072009" y="4427078"/>
            <a:ext cx="665981" cy="336009"/>
            <a:chOff x="1148701" y="1742835"/>
            <a:chExt cx="665981" cy="336009"/>
          </a:xfrm>
        </p:grpSpPr>
        <p:sp>
          <p:nvSpPr>
            <p:cNvPr id="345" name="Google Shape;345;p34"/>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46" name="Google Shape;346;p34"/>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47" name="Google Shape;347;p34"/>
            <p:cNvSpPr/>
            <p:nvPr/>
          </p:nvSpPr>
          <p:spPr>
            <a:xfrm flipH="1" rot="10462796">
              <a:off x="1505310"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48" name="Google Shape;348;p34"/>
            <p:cNvSpPr/>
            <p:nvPr/>
          </p:nvSpPr>
          <p:spPr>
            <a:xfrm flipH="1" rot="7822065">
              <a:off x="1641096"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349" name="Google Shape;349;p34"/>
          <p:cNvGrpSpPr/>
          <p:nvPr/>
        </p:nvGrpSpPr>
        <p:grpSpPr>
          <a:xfrm>
            <a:off x="1955131" y="2990600"/>
            <a:ext cx="618540" cy="326403"/>
            <a:chOff x="2014765" y="2876080"/>
            <a:chExt cx="618540" cy="326403"/>
          </a:xfrm>
        </p:grpSpPr>
        <p:sp>
          <p:nvSpPr>
            <p:cNvPr id="350" name="Google Shape;350;p34"/>
            <p:cNvSpPr/>
            <p:nvPr/>
          </p:nvSpPr>
          <p:spPr>
            <a:xfrm rot="5636109">
              <a:off x="2484868" y="2869982"/>
              <a:ext cx="110443" cy="179275"/>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51" name="Google Shape;351;p34"/>
            <p:cNvSpPr/>
            <p:nvPr/>
          </p:nvSpPr>
          <p:spPr>
            <a:xfrm rot="-4181624">
              <a:off x="2062774" y="2869340"/>
              <a:ext cx="110443" cy="179275"/>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52" name="Google Shape;352;p34"/>
            <p:cNvSpPr/>
            <p:nvPr/>
          </p:nvSpPr>
          <p:spPr>
            <a:xfrm flipH="1">
              <a:off x="2282315" y="3160087"/>
              <a:ext cx="93561" cy="42396"/>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8">
  <p:cSld name="Content 8">
    <p:spTree>
      <p:nvGrpSpPr>
        <p:cNvPr id="353" name="Shape 353"/>
        <p:cNvGrpSpPr/>
        <p:nvPr/>
      </p:nvGrpSpPr>
      <p:grpSpPr>
        <a:xfrm>
          <a:off x="0" y="0"/>
          <a:ext cx="0" cy="0"/>
          <a:chOff x="0" y="0"/>
          <a:chExt cx="0" cy="0"/>
        </a:xfrm>
      </p:grpSpPr>
      <p:sp>
        <p:nvSpPr>
          <p:cNvPr id="354" name="Google Shape;354;p35"/>
          <p:cNvSpPr/>
          <p:nvPr/>
        </p:nvSpPr>
        <p:spPr>
          <a:xfrm flipH="1" rot="-9959163">
            <a:off x="9184729" y="5609407"/>
            <a:ext cx="2315009" cy="1266376"/>
          </a:xfrm>
          <a:custGeom>
            <a:rect b="b" l="l" r="r" t="t"/>
            <a:pathLst>
              <a:path extrusionOk="0" h="1266376" w="2315009">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55" name="Google Shape;355;p35"/>
          <p:cNvSpPr txBox="1"/>
          <p:nvPr>
            <p:ph type="title"/>
          </p:nvPr>
        </p:nvSpPr>
        <p:spPr>
          <a:xfrm>
            <a:off x="700790" y="770769"/>
            <a:ext cx="6234847" cy="159365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6" name="Google Shape;356;p35"/>
          <p:cNvSpPr txBox="1"/>
          <p:nvPr>
            <p:ph idx="1" type="body"/>
          </p:nvPr>
        </p:nvSpPr>
        <p:spPr>
          <a:xfrm>
            <a:off x="700790" y="2380036"/>
            <a:ext cx="6234847" cy="34579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17500" lvl="3" marL="1828800" algn="l">
              <a:lnSpc>
                <a:spcPct val="120000"/>
              </a:lnSpc>
              <a:spcBef>
                <a:spcPts val="500"/>
              </a:spcBef>
              <a:spcAft>
                <a:spcPts val="0"/>
              </a:spcAft>
              <a:buClr>
                <a:schemeClr val="dk2"/>
              </a:buClr>
              <a:buSzPts val="1400"/>
              <a:buChar char="•"/>
              <a:defRPr/>
            </a:lvl4pPr>
            <a:lvl5pPr indent="-317500" lvl="4" marL="2286000" algn="l">
              <a:lnSpc>
                <a:spcPct val="120000"/>
              </a:lnSpc>
              <a:spcBef>
                <a:spcPts val="500"/>
              </a:spcBef>
              <a:spcAft>
                <a:spcPts val="0"/>
              </a:spcAft>
              <a:buClr>
                <a:schemeClr val="dk2"/>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7" name="Google Shape;357;p35"/>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p35"/>
          <p:cNvSpPr txBox="1"/>
          <p:nvPr>
            <p:ph idx="10" type="dt"/>
          </p:nvPr>
        </p:nvSpPr>
        <p:spPr>
          <a:xfrm>
            <a:off x="4869102"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9" name="Google Shape;359;p35"/>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60" name="Google Shape;360;p35"/>
          <p:cNvSpPr/>
          <p:nvPr/>
        </p:nvSpPr>
        <p:spPr>
          <a:xfrm rot="-1362038">
            <a:off x="9433983" y="2144563"/>
            <a:ext cx="1928293" cy="1704985"/>
          </a:xfrm>
          <a:custGeom>
            <a:rect b="b" l="l" r="r" t="t"/>
            <a:pathLst>
              <a:path extrusionOk="0" h="3557030" w="4594182">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61" name="Google Shape;361;p35"/>
          <p:cNvSpPr/>
          <p:nvPr/>
        </p:nvSpPr>
        <p:spPr>
          <a:xfrm rot="-10312150">
            <a:off x="10602412" y="3810256"/>
            <a:ext cx="975445" cy="1919468"/>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362" name="Google Shape;362;p35"/>
          <p:cNvGrpSpPr/>
          <p:nvPr/>
        </p:nvGrpSpPr>
        <p:grpSpPr>
          <a:xfrm rot="-911665">
            <a:off x="10069312" y="2832343"/>
            <a:ext cx="636250" cy="429502"/>
            <a:chOff x="8646415" y="4684124"/>
            <a:chExt cx="636250" cy="429502"/>
          </a:xfrm>
        </p:grpSpPr>
        <p:sp>
          <p:nvSpPr>
            <p:cNvPr id="363" name="Google Shape;363;p35"/>
            <p:cNvSpPr/>
            <p:nvPr/>
          </p:nvSpPr>
          <p:spPr>
            <a:xfrm rot="5636109">
              <a:off x="9095021" y="4685732"/>
              <a:ext cx="139614" cy="226627"/>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64" name="Google Shape;364;p35"/>
            <p:cNvSpPr/>
            <p:nvPr/>
          </p:nvSpPr>
          <p:spPr>
            <a:xfrm rot="-4181624">
              <a:off x="8707105" y="4675603"/>
              <a:ext cx="139614" cy="226627"/>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65" name="Google Shape;365;p35"/>
            <p:cNvSpPr/>
            <p:nvPr/>
          </p:nvSpPr>
          <p:spPr>
            <a:xfrm flipH="1">
              <a:off x="8900601" y="5071230"/>
              <a:ext cx="93561" cy="42396"/>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366" name="Google Shape;366;p35"/>
          <p:cNvGrpSpPr/>
          <p:nvPr/>
        </p:nvGrpSpPr>
        <p:grpSpPr>
          <a:xfrm flipH="1">
            <a:off x="10757177" y="4257010"/>
            <a:ext cx="736668" cy="336009"/>
            <a:chOff x="1148701" y="1742835"/>
            <a:chExt cx="736668" cy="336009"/>
          </a:xfrm>
        </p:grpSpPr>
        <p:sp>
          <p:nvSpPr>
            <p:cNvPr id="367" name="Google Shape;367;p35"/>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68" name="Google Shape;368;p35"/>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69" name="Google Shape;369;p35"/>
            <p:cNvSpPr/>
            <p:nvPr/>
          </p:nvSpPr>
          <p:spPr>
            <a:xfrm flipH="1" rot="10462796">
              <a:off x="1575997"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70" name="Google Shape;370;p35"/>
            <p:cNvSpPr/>
            <p:nvPr/>
          </p:nvSpPr>
          <p:spPr>
            <a:xfrm flipH="1" rot="7822065">
              <a:off x="1711783"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371" name="Google Shape;371;p35"/>
          <p:cNvSpPr/>
          <p:nvPr/>
        </p:nvSpPr>
        <p:spPr>
          <a:xfrm flipH="1" rot="-5784107">
            <a:off x="11047416" y="4684032"/>
            <a:ext cx="124751" cy="137337"/>
          </a:xfrm>
          <a:prstGeom prst="ellipse">
            <a:avLst/>
          </a:prstGeom>
          <a:noFill/>
          <a:ln cap="flat"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9">
  <p:cSld name="Content 9">
    <p:spTree>
      <p:nvGrpSpPr>
        <p:cNvPr id="372" name="Shape 372"/>
        <p:cNvGrpSpPr/>
        <p:nvPr/>
      </p:nvGrpSpPr>
      <p:grpSpPr>
        <a:xfrm>
          <a:off x="0" y="0"/>
          <a:ext cx="0" cy="0"/>
          <a:chOff x="0" y="0"/>
          <a:chExt cx="0" cy="0"/>
        </a:xfrm>
      </p:grpSpPr>
      <p:sp>
        <p:nvSpPr>
          <p:cNvPr id="373" name="Google Shape;373;p36"/>
          <p:cNvSpPr txBox="1"/>
          <p:nvPr>
            <p:ph type="title"/>
          </p:nvPr>
        </p:nvSpPr>
        <p:spPr>
          <a:xfrm>
            <a:off x="699660" y="1377692"/>
            <a:ext cx="3831700" cy="2195202"/>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36"/>
          <p:cNvSpPr txBox="1"/>
          <p:nvPr>
            <p:ph idx="1" type="body"/>
          </p:nvPr>
        </p:nvSpPr>
        <p:spPr>
          <a:xfrm>
            <a:off x="5226642" y="1377693"/>
            <a:ext cx="4709838" cy="4547619"/>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17500" lvl="3" marL="1828800" algn="l">
              <a:lnSpc>
                <a:spcPct val="120000"/>
              </a:lnSpc>
              <a:spcBef>
                <a:spcPts val="500"/>
              </a:spcBef>
              <a:spcAft>
                <a:spcPts val="0"/>
              </a:spcAft>
              <a:buClr>
                <a:schemeClr val="dk2"/>
              </a:buClr>
              <a:buSzPts val="1400"/>
              <a:buChar char="•"/>
              <a:defRPr/>
            </a:lvl4pPr>
            <a:lvl5pPr indent="-317500" lvl="4" marL="2286000" algn="l">
              <a:lnSpc>
                <a:spcPct val="120000"/>
              </a:lnSpc>
              <a:spcBef>
                <a:spcPts val="500"/>
              </a:spcBef>
              <a:spcAft>
                <a:spcPts val="0"/>
              </a:spcAft>
              <a:buClr>
                <a:schemeClr val="dk2"/>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5" name="Google Shape;375;p36"/>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6" name="Google Shape;376;p36"/>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7" name="Google Shape;377;p36"/>
          <p:cNvSpPr/>
          <p:nvPr/>
        </p:nvSpPr>
        <p:spPr>
          <a:xfrm flipH="1" rot="-5400000">
            <a:off x="8328343" y="2928941"/>
            <a:ext cx="6858000" cy="1000119"/>
          </a:xfrm>
          <a:custGeom>
            <a:rect b="b" l="l" r="r" t="t"/>
            <a:pathLst>
              <a:path extrusionOk="0" h="1000119" w="6858000">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78" name="Google Shape;378;p36"/>
          <p:cNvSpPr txBox="1"/>
          <p:nvPr>
            <p:ph idx="12" type="sldNum"/>
          </p:nvPr>
        </p:nvSpPr>
        <p:spPr>
          <a:xfrm>
            <a:off x="11329387" y="6341919"/>
            <a:ext cx="685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0">
  <p:cSld name="Content 10">
    <p:spTree>
      <p:nvGrpSpPr>
        <p:cNvPr id="379" name="Shape 379"/>
        <p:cNvGrpSpPr/>
        <p:nvPr/>
      </p:nvGrpSpPr>
      <p:grpSpPr>
        <a:xfrm>
          <a:off x="0" y="0"/>
          <a:ext cx="0" cy="0"/>
          <a:chOff x="0" y="0"/>
          <a:chExt cx="0" cy="0"/>
        </a:xfrm>
      </p:grpSpPr>
      <p:sp>
        <p:nvSpPr>
          <p:cNvPr id="380" name="Google Shape;380;p37"/>
          <p:cNvSpPr/>
          <p:nvPr/>
        </p:nvSpPr>
        <p:spPr>
          <a:xfrm flipH="1" rot="-9474913">
            <a:off x="472947" y="4178449"/>
            <a:ext cx="1660343" cy="1653406"/>
          </a:xfrm>
          <a:custGeom>
            <a:rect b="b" l="l" r="r" t="t"/>
            <a:pathLst>
              <a:path extrusionOk="0" h="3042079" w="3054844">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81" name="Google Shape;381;p37"/>
          <p:cNvSpPr/>
          <p:nvPr/>
        </p:nvSpPr>
        <p:spPr>
          <a:xfrm rot="10267945">
            <a:off x="1701250" y="5398458"/>
            <a:ext cx="1667077" cy="1476374"/>
          </a:xfrm>
          <a:custGeom>
            <a:rect b="b" l="l" r="r" t="t"/>
            <a:pathLst>
              <a:path extrusionOk="0" h="1578825" w="2991453">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382" name="Google Shape;382;p37"/>
          <p:cNvGrpSpPr/>
          <p:nvPr/>
        </p:nvGrpSpPr>
        <p:grpSpPr>
          <a:xfrm rot="-471368">
            <a:off x="958989" y="4984630"/>
            <a:ext cx="688256" cy="306609"/>
            <a:chOff x="10096975" y="5939226"/>
            <a:chExt cx="929806" cy="414217"/>
          </a:xfrm>
        </p:grpSpPr>
        <p:sp>
          <p:nvSpPr>
            <p:cNvPr id="383" name="Google Shape;383;p37"/>
            <p:cNvSpPr/>
            <p:nvPr/>
          </p:nvSpPr>
          <p:spPr>
            <a:xfrm>
              <a:off x="10655179" y="5944357"/>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84" name="Google Shape;384;p37"/>
            <p:cNvSpPr/>
            <p:nvPr/>
          </p:nvSpPr>
          <p:spPr>
            <a:xfrm>
              <a:off x="10273067" y="5939226"/>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85" name="Google Shape;385;p37"/>
            <p:cNvSpPr/>
            <p:nvPr/>
          </p:nvSpPr>
          <p:spPr>
            <a:xfrm>
              <a:off x="10096975" y="6085720"/>
              <a:ext cx="929806" cy="267723"/>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386" name="Google Shape;386;p37"/>
          <p:cNvSpPr txBox="1"/>
          <p:nvPr>
            <p:ph type="title"/>
          </p:nvPr>
        </p:nvSpPr>
        <p:spPr>
          <a:xfrm>
            <a:off x="699660" y="947924"/>
            <a:ext cx="3927204" cy="2195202"/>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7" name="Google Shape;387;p37"/>
          <p:cNvSpPr txBox="1"/>
          <p:nvPr>
            <p:ph idx="1" type="body"/>
          </p:nvPr>
        </p:nvSpPr>
        <p:spPr>
          <a:xfrm>
            <a:off x="5233938" y="947925"/>
            <a:ext cx="5821341" cy="51354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17500" lvl="3" marL="1828800" algn="l">
              <a:lnSpc>
                <a:spcPct val="120000"/>
              </a:lnSpc>
              <a:spcBef>
                <a:spcPts val="500"/>
              </a:spcBef>
              <a:spcAft>
                <a:spcPts val="0"/>
              </a:spcAft>
              <a:buClr>
                <a:schemeClr val="dk2"/>
              </a:buClr>
              <a:buSzPts val="1400"/>
              <a:buChar char="•"/>
              <a:defRPr/>
            </a:lvl4pPr>
            <a:lvl5pPr indent="-317500" lvl="4" marL="2286000" algn="l">
              <a:lnSpc>
                <a:spcPct val="120000"/>
              </a:lnSpc>
              <a:spcBef>
                <a:spcPts val="500"/>
              </a:spcBef>
              <a:spcAft>
                <a:spcPts val="0"/>
              </a:spcAft>
              <a:buClr>
                <a:schemeClr val="dk2"/>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8" name="Google Shape;388;p37"/>
          <p:cNvSpPr txBox="1"/>
          <p:nvPr>
            <p:ph idx="11" type="ftr"/>
          </p:nvPr>
        </p:nvSpPr>
        <p:spPr>
          <a:xfrm>
            <a:off x="5233938"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37"/>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37"/>
          <p:cNvSpPr txBox="1"/>
          <p:nvPr>
            <p:ph idx="12" type="sldNum"/>
          </p:nvPr>
        </p:nvSpPr>
        <p:spPr>
          <a:xfrm>
            <a:off x="11403418" y="6341919"/>
            <a:ext cx="59808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1">
  <p:cSld name="Content 11">
    <p:spTree>
      <p:nvGrpSpPr>
        <p:cNvPr id="391" name="Shape 391"/>
        <p:cNvGrpSpPr/>
        <p:nvPr/>
      </p:nvGrpSpPr>
      <p:grpSpPr>
        <a:xfrm>
          <a:off x="0" y="0"/>
          <a:ext cx="0" cy="0"/>
          <a:chOff x="0" y="0"/>
          <a:chExt cx="0" cy="0"/>
        </a:xfrm>
      </p:grpSpPr>
      <p:grpSp>
        <p:nvGrpSpPr>
          <p:cNvPr id="392" name="Google Shape;392;p38"/>
          <p:cNvGrpSpPr/>
          <p:nvPr/>
        </p:nvGrpSpPr>
        <p:grpSpPr>
          <a:xfrm>
            <a:off x="6530344" y="4647594"/>
            <a:ext cx="5856001" cy="2658436"/>
            <a:chOff x="6954373" y="4816090"/>
            <a:chExt cx="5424606" cy="2462596"/>
          </a:xfrm>
        </p:grpSpPr>
        <p:sp>
          <p:nvSpPr>
            <p:cNvPr id="393" name="Google Shape;393;p38"/>
            <p:cNvSpPr/>
            <p:nvPr/>
          </p:nvSpPr>
          <p:spPr>
            <a:xfrm rot="10342974">
              <a:off x="10615537" y="5375467"/>
              <a:ext cx="1670813" cy="1508854"/>
            </a:xfrm>
            <a:custGeom>
              <a:rect b="b" l="l" r="r" t="t"/>
              <a:pathLst>
                <a:path extrusionOk="0" h="1054765" w="1164849">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94" name="Google Shape;394;p38"/>
            <p:cNvSpPr/>
            <p:nvPr/>
          </p:nvSpPr>
          <p:spPr>
            <a:xfrm rot="9939956">
              <a:off x="8914906" y="5375277"/>
              <a:ext cx="1791485" cy="1465445"/>
            </a:xfrm>
            <a:custGeom>
              <a:rect b="b" l="l" r="r" t="t"/>
              <a:pathLst>
                <a:path extrusionOk="0" h="3775652" w="465131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95" name="Google Shape;395;p38"/>
            <p:cNvSpPr/>
            <p:nvPr/>
          </p:nvSpPr>
          <p:spPr>
            <a:xfrm flipH="1" rot="1724587">
              <a:off x="7272291" y="5149621"/>
              <a:ext cx="1847226" cy="1795533"/>
            </a:xfrm>
            <a:custGeom>
              <a:rect b="b" l="l" r="r" t="t"/>
              <a:pathLst>
                <a:path extrusionOk="0" h="3878124" w="4088969">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396" name="Google Shape;396;p38"/>
            <p:cNvGrpSpPr/>
            <p:nvPr/>
          </p:nvGrpSpPr>
          <p:grpSpPr>
            <a:xfrm rot="-827328">
              <a:off x="7896804" y="5910620"/>
              <a:ext cx="581610" cy="369958"/>
              <a:chOff x="6771102" y="7772814"/>
              <a:chExt cx="581610" cy="369958"/>
            </a:xfrm>
          </p:grpSpPr>
          <p:sp>
            <p:nvSpPr>
              <p:cNvPr id="397" name="Google Shape;397;p38"/>
              <p:cNvSpPr/>
              <p:nvPr/>
            </p:nvSpPr>
            <p:spPr>
              <a:xfrm rot="5636109">
                <a:off x="7202413" y="7781565"/>
                <a:ext cx="111828" cy="181524"/>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98" name="Google Shape;398;p38"/>
              <p:cNvSpPr/>
              <p:nvPr/>
            </p:nvSpPr>
            <p:spPr>
              <a:xfrm rot="-4181624">
                <a:off x="6819714" y="7765989"/>
                <a:ext cx="111828" cy="181524"/>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399" name="Google Shape;399;p38"/>
              <p:cNvSpPr/>
              <p:nvPr/>
            </p:nvSpPr>
            <p:spPr>
              <a:xfrm flipH="1">
                <a:off x="6980154" y="8100376"/>
                <a:ext cx="93561" cy="42396"/>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400" name="Google Shape;400;p38"/>
            <p:cNvGrpSpPr/>
            <p:nvPr/>
          </p:nvGrpSpPr>
          <p:grpSpPr>
            <a:xfrm rot="624441">
              <a:off x="11304227" y="5787576"/>
              <a:ext cx="368144" cy="188772"/>
              <a:chOff x="7498228" y="1439246"/>
              <a:chExt cx="535981" cy="274832"/>
            </a:xfrm>
          </p:grpSpPr>
          <p:sp>
            <p:nvSpPr>
              <p:cNvPr id="401" name="Google Shape;401;p38"/>
              <p:cNvSpPr/>
              <p:nvPr/>
            </p:nvSpPr>
            <p:spPr>
              <a:xfrm flipH="1" rot="-757345">
                <a:off x="7513110" y="1547156"/>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02" name="Google Shape;402;p38"/>
              <p:cNvSpPr/>
              <p:nvPr/>
            </p:nvSpPr>
            <p:spPr>
              <a:xfrm flipH="1" rot="-757345">
                <a:off x="7871225" y="1453584"/>
                <a:ext cx="148102" cy="1525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403" name="Google Shape;403;p38"/>
            <p:cNvSpPr/>
            <p:nvPr/>
          </p:nvSpPr>
          <p:spPr>
            <a:xfrm flipH="1" rot="-402460">
              <a:off x="11312712" y="6077114"/>
              <a:ext cx="412854" cy="93184"/>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404" name="Google Shape;404;p38"/>
            <p:cNvGrpSpPr/>
            <p:nvPr/>
          </p:nvGrpSpPr>
          <p:grpSpPr>
            <a:xfrm flipH="1">
              <a:off x="9538748" y="5804679"/>
              <a:ext cx="687196" cy="550376"/>
              <a:chOff x="13726115" y="8001848"/>
              <a:chExt cx="687196" cy="550376"/>
            </a:xfrm>
          </p:grpSpPr>
          <p:grpSp>
            <p:nvGrpSpPr>
              <p:cNvPr id="405" name="Google Shape;405;p38"/>
              <p:cNvGrpSpPr/>
              <p:nvPr/>
            </p:nvGrpSpPr>
            <p:grpSpPr>
              <a:xfrm rot="-577289">
                <a:off x="13746226" y="8053839"/>
                <a:ext cx="646975" cy="295098"/>
                <a:chOff x="1148701" y="1742835"/>
                <a:chExt cx="736668" cy="336009"/>
              </a:xfrm>
            </p:grpSpPr>
            <p:sp>
              <p:nvSpPr>
                <p:cNvPr id="406" name="Google Shape;406;p38"/>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07" name="Google Shape;407;p38"/>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08" name="Google Shape;408;p38"/>
                <p:cNvSpPr/>
                <p:nvPr/>
              </p:nvSpPr>
              <p:spPr>
                <a:xfrm flipH="1" rot="10462796">
                  <a:off x="1575997"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09" name="Google Shape;409;p38"/>
                <p:cNvSpPr/>
                <p:nvPr/>
              </p:nvSpPr>
              <p:spPr>
                <a:xfrm flipH="1" rot="7822065">
                  <a:off x="1711783"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410" name="Google Shape;410;p38"/>
              <p:cNvSpPr/>
              <p:nvPr/>
            </p:nvSpPr>
            <p:spPr>
              <a:xfrm flipH="1" rot="-5784107">
                <a:off x="14054672" y="8413912"/>
                <a:ext cx="124751" cy="137337"/>
              </a:xfrm>
              <a:prstGeom prst="ellipse">
                <a:avLst/>
              </a:prstGeom>
              <a:noFill/>
              <a:ln cap="flat"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sp>
        <p:nvSpPr>
          <p:cNvPr id="411" name="Google Shape;411;p38"/>
          <p:cNvSpPr txBox="1"/>
          <p:nvPr>
            <p:ph type="title"/>
          </p:nvPr>
        </p:nvSpPr>
        <p:spPr>
          <a:xfrm>
            <a:off x="700790" y="694944"/>
            <a:ext cx="7461575" cy="1371866"/>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2" name="Google Shape;412;p38"/>
          <p:cNvSpPr txBox="1"/>
          <p:nvPr>
            <p:ph idx="1" type="body"/>
          </p:nvPr>
        </p:nvSpPr>
        <p:spPr>
          <a:xfrm>
            <a:off x="700790" y="2240280"/>
            <a:ext cx="9163570" cy="251714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3" name="Google Shape;413;p38"/>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4" name="Google Shape;414;p38"/>
          <p:cNvSpPr txBox="1"/>
          <p:nvPr>
            <p:ph idx="10" type="dt"/>
          </p:nvPr>
        </p:nvSpPr>
        <p:spPr>
          <a:xfrm>
            <a:off x="410096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5" name="Google Shape;415;p38"/>
          <p:cNvSpPr txBox="1"/>
          <p:nvPr>
            <p:ph idx="12" type="sldNum"/>
          </p:nvPr>
        </p:nvSpPr>
        <p:spPr>
          <a:xfrm>
            <a:off x="634935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2">
  <p:cSld name="Content 12">
    <p:spTree>
      <p:nvGrpSpPr>
        <p:cNvPr id="416" name="Shape 416"/>
        <p:cNvGrpSpPr/>
        <p:nvPr/>
      </p:nvGrpSpPr>
      <p:grpSpPr>
        <a:xfrm>
          <a:off x="0" y="0"/>
          <a:ext cx="0" cy="0"/>
          <a:chOff x="0" y="0"/>
          <a:chExt cx="0" cy="0"/>
        </a:xfrm>
      </p:grpSpPr>
      <p:sp>
        <p:nvSpPr>
          <p:cNvPr id="417" name="Google Shape;417;p39"/>
          <p:cNvSpPr txBox="1"/>
          <p:nvPr>
            <p:ph type="title"/>
          </p:nvPr>
        </p:nvSpPr>
        <p:spPr>
          <a:xfrm>
            <a:off x="2747176" y="1108415"/>
            <a:ext cx="6515695" cy="1611903"/>
          </a:xfrm>
          <a:prstGeom prst="rect">
            <a:avLst/>
          </a:prstGeom>
          <a:noFill/>
          <a:ln>
            <a:noFill/>
          </a:ln>
        </p:spPr>
        <p:txBody>
          <a:bodyPr anchorCtr="0" anchor="b" bIns="45700" lIns="91425" spcFirstLastPara="1" rIns="91425" wrap="square" tIns="45700">
            <a:normAutofit/>
          </a:bodyPr>
          <a:lstStyle>
            <a:lvl1pPr lvl="0" algn="ctr">
              <a:lnSpc>
                <a:spcPct val="55000"/>
              </a:lnSpc>
              <a:spcBef>
                <a:spcPts val="0"/>
              </a:spcBef>
              <a:spcAft>
                <a:spcPts val="0"/>
              </a:spcAft>
              <a:buClr>
                <a:schemeClr val="dk2"/>
              </a:buClr>
              <a:buSzPts val="4400"/>
              <a:buFont typeface="JasmineUP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39"/>
          <p:cNvSpPr txBox="1"/>
          <p:nvPr>
            <p:ph idx="1" type="body"/>
          </p:nvPr>
        </p:nvSpPr>
        <p:spPr>
          <a:xfrm>
            <a:off x="1616766" y="2992737"/>
            <a:ext cx="8958468" cy="227527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400"/>
              <a:buNone/>
              <a:defRPr/>
            </a:lvl4pPr>
            <a:lvl5pPr indent="-228600" lvl="4" marL="2286000" algn="l">
              <a:lnSpc>
                <a:spcPct val="120000"/>
              </a:lnSpc>
              <a:spcBef>
                <a:spcPts val="500"/>
              </a:spcBef>
              <a:spcAft>
                <a:spcPts val="0"/>
              </a:spcAft>
              <a:buClr>
                <a:schemeClr val="dk2"/>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9" name="Google Shape;419;p39"/>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0" name="Google Shape;420;p39"/>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1" name="Google Shape;421;p39"/>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22" name="Google Shape;422;p39"/>
          <p:cNvSpPr/>
          <p:nvPr/>
        </p:nvSpPr>
        <p:spPr>
          <a:xfrm rot="-303314">
            <a:off x="5552572" y="5522298"/>
            <a:ext cx="1086856" cy="1031354"/>
          </a:xfrm>
          <a:custGeom>
            <a:rect b="b" l="l" r="r" t="t"/>
            <a:pathLst>
              <a:path extrusionOk="0" h="4841960" w="5102527">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3">
  <p:cSld name="Content 13">
    <p:spTree>
      <p:nvGrpSpPr>
        <p:cNvPr id="423" name="Shape 423"/>
        <p:cNvGrpSpPr/>
        <p:nvPr/>
      </p:nvGrpSpPr>
      <p:grpSpPr>
        <a:xfrm>
          <a:off x="0" y="0"/>
          <a:ext cx="0" cy="0"/>
          <a:chOff x="0" y="0"/>
          <a:chExt cx="0" cy="0"/>
        </a:xfrm>
      </p:grpSpPr>
      <p:sp>
        <p:nvSpPr>
          <p:cNvPr id="424" name="Google Shape;424;p40"/>
          <p:cNvSpPr/>
          <p:nvPr/>
        </p:nvSpPr>
        <p:spPr>
          <a:xfrm flipH="1">
            <a:off x="0" y="5982772"/>
            <a:ext cx="12192000" cy="872821"/>
          </a:xfrm>
          <a:custGeom>
            <a:rect b="b" l="l" r="r" t="t"/>
            <a:pathLst>
              <a:path extrusionOk="0" h="872821" w="12192000">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25" name="Google Shape;425;p40"/>
          <p:cNvSpPr txBox="1"/>
          <p:nvPr>
            <p:ph type="title"/>
          </p:nvPr>
        </p:nvSpPr>
        <p:spPr>
          <a:xfrm>
            <a:off x="700791" y="759854"/>
            <a:ext cx="8662150" cy="1088692"/>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40"/>
          <p:cNvSpPr txBox="1"/>
          <p:nvPr>
            <p:ph idx="1" type="body"/>
          </p:nvPr>
        </p:nvSpPr>
        <p:spPr>
          <a:xfrm>
            <a:off x="700789" y="2024796"/>
            <a:ext cx="9901075" cy="3061653"/>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17500" lvl="3" marL="1828800" algn="l">
              <a:lnSpc>
                <a:spcPct val="120000"/>
              </a:lnSpc>
              <a:spcBef>
                <a:spcPts val="500"/>
              </a:spcBef>
              <a:spcAft>
                <a:spcPts val="0"/>
              </a:spcAft>
              <a:buClr>
                <a:schemeClr val="dk2"/>
              </a:buClr>
              <a:buSzPts val="1400"/>
              <a:buChar char="•"/>
              <a:defRPr/>
            </a:lvl4pPr>
            <a:lvl5pPr indent="-317500" lvl="4" marL="2286000" algn="l">
              <a:lnSpc>
                <a:spcPct val="120000"/>
              </a:lnSpc>
              <a:spcBef>
                <a:spcPts val="500"/>
              </a:spcBef>
              <a:spcAft>
                <a:spcPts val="0"/>
              </a:spcAft>
              <a:buClr>
                <a:schemeClr val="dk2"/>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40"/>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8" name="Google Shape;428;p40"/>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9" name="Google Shape;429;p40"/>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4">
  <p:cSld name="Content 14">
    <p:spTree>
      <p:nvGrpSpPr>
        <p:cNvPr id="430" name="Shape 430"/>
        <p:cNvGrpSpPr/>
        <p:nvPr/>
      </p:nvGrpSpPr>
      <p:grpSpPr>
        <a:xfrm>
          <a:off x="0" y="0"/>
          <a:ext cx="0" cy="0"/>
          <a:chOff x="0" y="0"/>
          <a:chExt cx="0" cy="0"/>
        </a:xfrm>
      </p:grpSpPr>
      <p:sp>
        <p:nvSpPr>
          <p:cNvPr id="431" name="Google Shape;431;p41"/>
          <p:cNvSpPr txBox="1"/>
          <p:nvPr>
            <p:ph type="title"/>
          </p:nvPr>
        </p:nvSpPr>
        <p:spPr>
          <a:xfrm>
            <a:off x="700790" y="950976"/>
            <a:ext cx="3120712" cy="2436791"/>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41"/>
          <p:cNvSpPr txBox="1"/>
          <p:nvPr>
            <p:ph idx="1" type="body"/>
          </p:nvPr>
        </p:nvSpPr>
        <p:spPr>
          <a:xfrm>
            <a:off x="4192438" y="945070"/>
            <a:ext cx="7172248" cy="521189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17500" lvl="3" marL="1828800" algn="l">
              <a:lnSpc>
                <a:spcPct val="120000"/>
              </a:lnSpc>
              <a:spcBef>
                <a:spcPts val="500"/>
              </a:spcBef>
              <a:spcAft>
                <a:spcPts val="0"/>
              </a:spcAft>
              <a:buClr>
                <a:schemeClr val="dk2"/>
              </a:buClr>
              <a:buSzPts val="1400"/>
              <a:buChar char="•"/>
              <a:defRPr/>
            </a:lvl4pPr>
            <a:lvl5pPr indent="-317500" lvl="4" marL="2286000" algn="l">
              <a:lnSpc>
                <a:spcPct val="120000"/>
              </a:lnSpc>
              <a:spcBef>
                <a:spcPts val="500"/>
              </a:spcBef>
              <a:spcAft>
                <a:spcPts val="0"/>
              </a:spcAft>
              <a:buClr>
                <a:schemeClr val="dk2"/>
              </a:buClr>
              <a:buSzPts val="1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3" name="Google Shape;433;p41"/>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4" name="Google Shape;434;p41"/>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5" name="Google Shape;435;p41"/>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p:cSld name="Content with Picture">
    <p:spTree>
      <p:nvGrpSpPr>
        <p:cNvPr id="436" name="Shape 436"/>
        <p:cNvGrpSpPr/>
        <p:nvPr/>
      </p:nvGrpSpPr>
      <p:grpSpPr>
        <a:xfrm>
          <a:off x="0" y="0"/>
          <a:ext cx="0" cy="0"/>
          <a:chOff x="0" y="0"/>
          <a:chExt cx="0" cy="0"/>
        </a:xfrm>
      </p:grpSpPr>
      <p:sp>
        <p:nvSpPr>
          <p:cNvPr id="437" name="Google Shape;437;p42"/>
          <p:cNvSpPr/>
          <p:nvPr/>
        </p:nvSpPr>
        <p:spPr>
          <a:xfrm rot="7778087">
            <a:off x="3673573" y="4743092"/>
            <a:ext cx="2146968" cy="2044828"/>
          </a:xfrm>
          <a:custGeom>
            <a:rect b="b" l="l" r="r" t="t"/>
            <a:pathLst>
              <a:path extrusionOk="0" h="4627689" w="4858845">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38" name="Google Shape;438;p42"/>
          <p:cNvSpPr txBox="1"/>
          <p:nvPr>
            <p:ph type="title"/>
          </p:nvPr>
        </p:nvSpPr>
        <p:spPr>
          <a:xfrm>
            <a:off x="700789" y="970539"/>
            <a:ext cx="3672139" cy="2116349"/>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42"/>
          <p:cNvSpPr txBox="1"/>
          <p:nvPr>
            <p:ph idx="1" type="body"/>
          </p:nvPr>
        </p:nvSpPr>
        <p:spPr>
          <a:xfrm>
            <a:off x="700790" y="3102503"/>
            <a:ext cx="2694536" cy="274919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400"/>
              <a:buNone/>
              <a:defRPr/>
            </a:lvl4pPr>
            <a:lvl5pPr indent="-228600" lvl="4" marL="2286000" algn="l">
              <a:lnSpc>
                <a:spcPct val="120000"/>
              </a:lnSpc>
              <a:spcBef>
                <a:spcPts val="500"/>
              </a:spcBef>
              <a:spcAft>
                <a:spcPts val="0"/>
              </a:spcAft>
              <a:buClr>
                <a:schemeClr val="dk2"/>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0" name="Google Shape;440;p42"/>
          <p:cNvSpPr txBox="1"/>
          <p:nvPr>
            <p:ph idx="11" type="ftr"/>
          </p:nvPr>
        </p:nvSpPr>
        <p:spPr>
          <a:xfrm>
            <a:off x="699660" y="6356350"/>
            <a:ext cx="217348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1" name="Google Shape;441;p42"/>
          <p:cNvSpPr txBox="1"/>
          <p:nvPr>
            <p:ph idx="10" type="dt"/>
          </p:nvPr>
        </p:nvSpPr>
        <p:spPr>
          <a:xfrm>
            <a:off x="2873141" y="6356350"/>
            <a:ext cx="125251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42" name="Google Shape;442;p42"/>
          <p:cNvPicPr preferRelativeResize="0"/>
          <p:nvPr>
            <p:ph idx="2" type="pic"/>
          </p:nvPr>
        </p:nvPicPr>
        <p:blipFill/>
        <p:spPr>
          <a:xfrm rot="-60000">
            <a:off x="5326181" y="503529"/>
            <a:ext cx="6470404" cy="6381741"/>
          </a:xfrm>
          <a:prstGeom prst="rect">
            <a:avLst/>
          </a:prstGeom>
          <a:blipFill rotWithShape="1">
            <a:blip r:embed="rId2">
              <a:alphaModFix amt="60000"/>
            </a:blip>
            <a:stretch>
              <a:fillRect b="0" l="0" r="0" t="0"/>
            </a:stretch>
          </a:blipFill>
          <a:ln>
            <a:noFill/>
          </a:ln>
        </p:spPr>
      </p:pic>
      <p:sp>
        <p:nvSpPr>
          <p:cNvPr id="443" name="Google Shape;443;p42"/>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444" name="Google Shape;444;p42"/>
          <p:cNvGrpSpPr/>
          <p:nvPr/>
        </p:nvGrpSpPr>
        <p:grpSpPr>
          <a:xfrm>
            <a:off x="4517318" y="5593404"/>
            <a:ext cx="550078" cy="277533"/>
            <a:chOff x="1148701" y="1742835"/>
            <a:chExt cx="665981" cy="336009"/>
          </a:xfrm>
        </p:grpSpPr>
        <p:sp>
          <p:nvSpPr>
            <p:cNvPr id="445" name="Google Shape;445;p42"/>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46" name="Google Shape;446;p42"/>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47" name="Google Shape;447;p42"/>
            <p:cNvSpPr/>
            <p:nvPr/>
          </p:nvSpPr>
          <p:spPr>
            <a:xfrm flipH="1" rot="10462796">
              <a:off x="1505310"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48" name="Google Shape;448;p42"/>
            <p:cNvSpPr/>
            <p:nvPr/>
          </p:nvSpPr>
          <p:spPr>
            <a:xfrm flipH="1" rot="7822065">
              <a:off x="1641096"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449" name="Google Shape;449;p42"/>
          <p:cNvSpPr/>
          <p:nvPr/>
        </p:nvSpPr>
        <p:spPr>
          <a:xfrm>
            <a:off x="4733078" y="5936343"/>
            <a:ext cx="134669" cy="45719"/>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2">
  <p:cSld name="Content with Picture 2">
    <p:spTree>
      <p:nvGrpSpPr>
        <p:cNvPr id="450" name="Shape 450"/>
        <p:cNvGrpSpPr/>
        <p:nvPr/>
      </p:nvGrpSpPr>
      <p:grpSpPr>
        <a:xfrm>
          <a:off x="0" y="0"/>
          <a:ext cx="0" cy="0"/>
          <a:chOff x="0" y="0"/>
          <a:chExt cx="0" cy="0"/>
        </a:xfrm>
      </p:grpSpPr>
      <p:sp>
        <p:nvSpPr>
          <p:cNvPr id="451" name="Google Shape;451;p43"/>
          <p:cNvSpPr txBox="1"/>
          <p:nvPr>
            <p:ph type="title"/>
          </p:nvPr>
        </p:nvSpPr>
        <p:spPr>
          <a:xfrm>
            <a:off x="8645717" y="1155941"/>
            <a:ext cx="3120714" cy="2224232"/>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52" name="Google Shape;452;p43"/>
          <p:cNvPicPr preferRelativeResize="0"/>
          <p:nvPr>
            <p:ph idx="2" type="pic"/>
          </p:nvPr>
        </p:nvPicPr>
        <p:blipFill/>
        <p:spPr>
          <a:xfrm>
            <a:off x="0" y="1"/>
            <a:ext cx="8091444" cy="6857999"/>
          </a:xfrm>
          <a:prstGeom prst="rect">
            <a:avLst/>
          </a:prstGeom>
          <a:blipFill rotWithShape="1">
            <a:blip r:embed="rId2">
              <a:alphaModFix amt="60000"/>
            </a:blip>
            <a:stretch>
              <a:fillRect b="0" l="0" r="0" t="0"/>
            </a:stretch>
          </a:blipFill>
          <a:ln>
            <a:noFill/>
          </a:ln>
        </p:spPr>
      </p:pic>
      <p:sp>
        <p:nvSpPr>
          <p:cNvPr id="453" name="Google Shape;453;p43"/>
          <p:cNvSpPr txBox="1"/>
          <p:nvPr>
            <p:ph idx="1" type="body"/>
          </p:nvPr>
        </p:nvSpPr>
        <p:spPr>
          <a:xfrm>
            <a:off x="8645717" y="3395787"/>
            <a:ext cx="2801536" cy="261682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400"/>
              <a:buNone/>
              <a:defRPr/>
            </a:lvl4pPr>
            <a:lvl5pPr indent="-228600" lvl="4" marL="2286000" algn="l">
              <a:lnSpc>
                <a:spcPct val="120000"/>
              </a:lnSpc>
              <a:spcBef>
                <a:spcPts val="500"/>
              </a:spcBef>
              <a:spcAft>
                <a:spcPts val="0"/>
              </a:spcAft>
              <a:buClr>
                <a:schemeClr val="dk2"/>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4" name="Google Shape;454;p43"/>
          <p:cNvSpPr txBox="1"/>
          <p:nvPr>
            <p:ph idx="11" type="ftr"/>
          </p:nvPr>
        </p:nvSpPr>
        <p:spPr>
          <a:xfrm>
            <a:off x="8645718" y="6356350"/>
            <a:ext cx="178007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5" name="Google Shape;455;p43"/>
          <p:cNvSpPr txBox="1"/>
          <p:nvPr>
            <p:ph idx="10" type="dt"/>
          </p:nvPr>
        </p:nvSpPr>
        <p:spPr>
          <a:xfrm>
            <a:off x="10425794" y="6356350"/>
            <a:ext cx="108931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6" name="Google Shape;456;p43"/>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3">
  <p:cSld name="Content with Picture 3">
    <p:spTree>
      <p:nvGrpSpPr>
        <p:cNvPr id="457" name="Shape 457"/>
        <p:cNvGrpSpPr/>
        <p:nvPr/>
      </p:nvGrpSpPr>
      <p:grpSpPr>
        <a:xfrm>
          <a:off x="0" y="0"/>
          <a:ext cx="0" cy="0"/>
          <a:chOff x="0" y="0"/>
          <a:chExt cx="0" cy="0"/>
        </a:xfrm>
      </p:grpSpPr>
      <p:sp>
        <p:nvSpPr>
          <p:cNvPr id="458" name="Google Shape;458;p44"/>
          <p:cNvSpPr txBox="1"/>
          <p:nvPr>
            <p:ph type="title"/>
          </p:nvPr>
        </p:nvSpPr>
        <p:spPr>
          <a:xfrm>
            <a:off x="700790" y="393947"/>
            <a:ext cx="4317777" cy="145651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9" name="Google Shape;459;p44"/>
          <p:cNvSpPr txBox="1"/>
          <p:nvPr>
            <p:ph idx="1" type="body"/>
          </p:nvPr>
        </p:nvSpPr>
        <p:spPr>
          <a:xfrm>
            <a:off x="700790" y="1866073"/>
            <a:ext cx="4317777" cy="418488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60" name="Google Shape;460;p44"/>
          <p:cNvPicPr preferRelativeResize="0"/>
          <p:nvPr>
            <p:ph idx="2" type="pic"/>
          </p:nvPr>
        </p:nvPicPr>
        <p:blipFill/>
        <p:spPr>
          <a:xfrm>
            <a:off x="6008607" y="715327"/>
            <a:ext cx="6174128" cy="5170603"/>
          </a:xfrm>
          <a:prstGeom prst="rect">
            <a:avLst/>
          </a:prstGeom>
          <a:blipFill rotWithShape="1">
            <a:blip r:embed="rId2">
              <a:alphaModFix amt="60000"/>
            </a:blip>
            <a:stretch>
              <a:fillRect b="0" l="0" r="0" t="0"/>
            </a:stretch>
          </a:blipFill>
          <a:ln>
            <a:noFill/>
          </a:ln>
        </p:spPr>
      </p:pic>
      <p:sp>
        <p:nvSpPr>
          <p:cNvPr id="461" name="Google Shape;461;p44"/>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44"/>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3" name="Google Shape;463;p44"/>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4" name="Google Shape;464;p44"/>
          <p:cNvSpPr/>
          <p:nvPr/>
        </p:nvSpPr>
        <p:spPr>
          <a:xfrm rot="1478417">
            <a:off x="5226311" y="5728725"/>
            <a:ext cx="2131513" cy="1040024"/>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465" name="Google Shape;465;p44"/>
          <p:cNvGrpSpPr/>
          <p:nvPr/>
        </p:nvGrpSpPr>
        <p:grpSpPr>
          <a:xfrm>
            <a:off x="6096000" y="6050957"/>
            <a:ext cx="604535" cy="324056"/>
            <a:chOff x="5447388" y="3100610"/>
            <a:chExt cx="1500891" cy="804540"/>
          </a:xfrm>
        </p:grpSpPr>
        <p:sp>
          <p:nvSpPr>
            <p:cNvPr id="466" name="Google Shape;466;p44"/>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67" name="Google Shape;467;p44"/>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68" name="Google Shape;468;p44"/>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69" name="Google Shape;469;p44"/>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70" name="Google Shape;470;p44"/>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4">
  <p:cSld name="Content with Picture 4">
    <p:spTree>
      <p:nvGrpSpPr>
        <p:cNvPr id="471" name="Shape 471"/>
        <p:cNvGrpSpPr/>
        <p:nvPr/>
      </p:nvGrpSpPr>
      <p:grpSpPr>
        <a:xfrm>
          <a:off x="0" y="0"/>
          <a:ext cx="0" cy="0"/>
          <a:chOff x="0" y="0"/>
          <a:chExt cx="0" cy="0"/>
        </a:xfrm>
      </p:grpSpPr>
      <p:sp>
        <p:nvSpPr>
          <p:cNvPr id="472" name="Google Shape;472;p45"/>
          <p:cNvSpPr/>
          <p:nvPr/>
        </p:nvSpPr>
        <p:spPr>
          <a:xfrm rot="10501542">
            <a:off x="1936564" y="5732033"/>
            <a:ext cx="2409819" cy="1099578"/>
          </a:xfrm>
          <a:custGeom>
            <a:rect b="b" l="l" r="r" t="t"/>
            <a:pathLst>
              <a:path extrusionOk="0" h="1560220" w="2913516">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473" name="Google Shape;473;p45"/>
          <p:cNvSpPr txBox="1"/>
          <p:nvPr>
            <p:ph type="title"/>
          </p:nvPr>
        </p:nvSpPr>
        <p:spPr>
          <a:xfrm>
            <a:off x="5761909" y="524414"/>
            <a:ext cx="5099448" cy="145651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74" name="Google Shape;474;p45"/>
          <p:cNvPicPr preferRelativeResize="0"/>
          <p:nvPr>
            <p:ph idx="2" type="pic"/>
          </p:nvPr>
        </p:nvPicPr>
        <p:blipFill/>
        <p:spPr>
          <a:xfrm>
            <a:off x="579267" y="2090182"/>
            <a:ext cx="3810250" cy="3691086"/>
          </a:xfrm>
          <a:prstGeom prst="rect">
            <a:avLst/>
          </a:prstGeom>
          <a:blipFill rotWithShape="1">
            <a:blip r:embed="rId2">
              <a:alphaModFix amt="60000"/>
            </a:blip>
            <a:stretch>
              <a:fillRect b="0" l="0" r="0" t="0"/>
            </a:stretch>
          </a:blipFill>
          <a:ln>
            <a:noFill/>
          </a:ln>
        </p:spPr>
      </p:pic>
      <p:sp>
        <p:nvSpPr>
          <p:cNvPr id="475" name="Google Shape;475;p45"/>
          <p:cNvSpPr txBox="1"/>
          <p:nvPr>
            <p:ph idx="1" type="body"/>
          </p:nvPr>
        </p:nvSpPr>
        <p:spPr>
          <a:xfrm>
            <a:off x="5761909" y="1996540"/>
            <a:ext cx="5099448" cy="408252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6" name="Google Shape;476;p45"/>
          <p:cNvSpPr txBox="1"/>
          <p:nvPr>
            <p:ph idx="11" type="ftr"/>
          </p:nvPr>
        </p:nvSpPr>
        <p:spPr>
          <a:xfrm>
            <a:off x="5761909"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7" name="Google Shape;477;p45"/>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8" name="Google Shape;478;p45"/>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79" name="Google Shape;479;p45"/>
          <p:cNvSpPr/>
          <p:nvPr/>
        </p:nvSpPr>
        <p:spPr>
          <a:xfrm rot="-7559539">
            <a:off x="2721815" y="671469"/>
            <a:ext cx="2138987" cy="2029695"/>
          </a:xfrm>
          <a:custGeom>
            <a:rect b="b" l="l" r="r" t="t"/>
            <a:pathLst>
              <a:path extrusionOk="0" h="5013498" w="5283459">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5">
  <p:cSld name="Content with Picture 5">
    <p:spTree>
      <p:nvGrpSpPr>
        <p:cNvPr id="480" name="Shape 480"/>
        <p:cNvGrpSpPr/>
        <p:nvPr/>
      </p:nvGrpSpPr>
      <p:grpSpPr>
        <a:xfrm>
          <a:off x="0" y="0"/>
          <a:ext cx="0" cy="0"/>
          <a:chOff x="0" y="0"/>
          <a:chExt cx="0" cy="0"/>
        </a:xfrm>
      </p:grpSpPr>
      <p:sp>
        <p:nvSpPr>
          <p:cNvPr id="481" name="Google Shape;481;p46"/>
          <p:cNvSpPr txBox="1"/>
          <p:nvPr>
            <p:ph type="title"/>
          </p:nvPr>
        </p:nvSpPr>
        <p:spPr>
          <a:xfrm>
            <a:off x="7924619" y="464544"/>
            <a:ext cx="3429179" cy="145651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82" name="Google Shape;482;p46"/>
          <p:cNvPicPr preferRelativeResize="0"/>
          <p:nvPr>
            <p:ph idx="2" type="pic"/>
          </p:nvPr>
        </p:nvPicPr>
        <p:blipFill/>
        <p:spPr>
          <a:xfrm>
            <a:off x="1" y="-5270"/>
            <a:ext cx="7184917" cy="6858000"/>
          </a:xfrm>
          <a:prstGeom prst="rect">
            <a:avLst/>
          </a:prstGeom>
          <a:blipFill rotWithShape="1">
            <a:blip r:embed="rId2">
              <a:alphaModFix amt="60000"/>
            </a:blip>
            <a:stretch>
              <a:fillRect b="0" l="0" r="0" t="0"/>
            </a:stretch>
          </a:blipFill>
          <a:ln>
            <a:noFill/>
          </a:ln>
        </p:spPr>
      </p:pic>
      <p:sp>
        <p:nvSpPr>
          <p:cNvPr id="483" name="Google Shape;483;p46"/>
          <p:cNvSpPr txBox="1"/>
          <p:nvPr>
            <p:ph idx="1" type="body"/>
          </p:nvPr>
        </p:nvSpPr>
        <p:spPr>
          <a:xfrm>
            <a:off x="7924621" y="1936671"/>
            <a:ext cx="3429178" cy="414641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4" name="Google Shape;484;p46"/>
          <p:cNvSpPr txBox="1"/>
          <p:nvPr>
            <p:ph idx="11" type="ftr"/>
          </p:nvPr>
        </p:nvSpPr>
        <p:spPr>
          <a:xfrm>
            <a:off x="7924620" y="6356350"/>
            <a:ext cx="199546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5" name="Google Shape;485;p46"/>
          <p:cNvSpPr txBox="1"/>
          <p:nvPr>
            <p:ph idx="10" type="dt"/>
          </p:nvPr>
        </p:nvSpPr>
        <p:spPr>
          <a:xfrm>
            <a:off x="9920088" y="6356350"/>
            <a:ext cx="141316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6" name="Google Shape;486;p46"/>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6">
  <p:cSld name="Content with Picture 6">
    <p:spTree>
      <p:nvGrpSpPr>
        <p:cNvPr id="487" name="Shape 487"/>
        <p:cNvGrpSpPr/>
        <p:nvPr/>
      </p:nvGrpSpPr>
      <p:grpSpPr>
        <a:xfrm>
          <a:off x="0" y="0"/>
          <a:ext cx="0" cy="0"/>
          <a:chOff x="0" y="0"/>
          <a:chExt cx="0" cy="0"/>
        </a:xfrm>
      </p:grpSpPr>
      <p:sp>
        <p:nvSpPr>
          <p:cNvPr id="488" name="Google Shape;488;p47"/>
          <p:cNvSpPr txBox="1"/>
          <p:nvPr>
            <p:ph type="title"/>
          </p:nvPr>
        </p:nvSpPr>
        <p:spPr>
          <a:xfrm>
            <a:off x="700791" y="646981"/>
            <a:ext cx="3924475" cy="177482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9" name="Google Shape;489;p47"/>
          <p:cNvSpPr txBox="1"/>
          <p:nvPr>
            <p:ph idx="1" type="body"/>
          </p:nvPr>
        </p:nvSpPr>
        <p:spPr>
          <a:xfrm>
            <a:off x="700791" y="2437418"/>
            <a:ext cx="3924475" cy="361590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90" name="Google Shape;490;p47"/>
          <p:cNvPicPr preferRelativeResize="0"/>
          <p:nvPr>
            <p:ph idx="2" type="pic"/>
          </p:nvPr>
        </p:nvPicPr>
        <p:blipFill/>
        <p:spPr>
          <a:xfrm>
            <a:off x="5630779" y="1"/>
            <a:ext cx="6561221" cy="6857999"/>
          </a:xfrm>
          <a:prstGeom prst="rect">
            <a:avLst/>
          </a:prstGeom>
          <a:blipFill rotWithShape="1">
            <a:blip r:embed="rId2">
              <a:alphaModFix amt="60000"/>
            </a:blip>
            <a:stretch>
              <a:fillRect b="0" l="0" r="0" t="0"/>
            </a:stretch>
          </a:blipFill>
          <a:ln>
            <a:noFill/>
          </a:ln>
        </p:spPr>
      </p:pic>
      <p:sp>
        <p:nvSpPr>
          <p:cNvPr id="491" name="Google Shape;491;p47"/>
          <p:cNvSpPr txBox="1"/>
          <p:nvPr>
            <p:ph idx="11" type="ftr"/>
          </p:nvPr>
        </p:nvSpPr>
        <p:spPr>
          <a:xfrm>
            <a:off x="700790" y="6341919"/>
            <a:ext cx="26494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2" name="Google Shape;492;p47"/>
          <p:cNvSpPr txBox="1"/>
          <p:nvPr>
            <p:ph idx="10" type="dt"/>
          </p:nvPr>
        </p:nvSpPr>
        <p:spPr>
          <a:xfrm>
            <a:off x="3350239" y="6356350"/>
            <a:ext cx="126719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3" name="Google Shape;493;p47"/>
          <p:cNvSpPr txBox="1"/>
          <p:nvPr>
            <p:ph idx="12" type="sldNum"/>
          </p:nvPr>
        </p:nvSpPr>
        <p:spPr>
          <a:xfrm>
            <a:off x="4799288"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7">
  <p:cSld name="Content with Picture 7">
    <p:spTree>
      <p:nvGrpSpPr>
        <p:cNvPr id="494" name="Shape 494"/>
        <p:cNvGrpSpPr/>
        <p:nvPr/>
      </p:nvGrpSpPr>
      <p:grpSpPr>
        <a:xfrm>
          <a:off x="0" y="0"/>
          <a:ext cx="0" cy="0"/>
          <a:chOff x="0" y="0"/>
          <a:chExt cx="0" cy="0"/>
        </a:xfrm>
      </p:grpSpPr>
      <p:sp>
        <p:nvSpPr>
          <p:cNvPr id="495" name="Google Shape;495;p48"/>
          <p:cNvSpPr txBox="1"/>
          <p:nvPr>
            <p:ph type="title"/>
          </p:nvPr>
        </p:nvSpPr>
        <p:spPr>
          <a:xfrm>
            <a:off x="6492578" y="464544"/>
            <a:ext cx="4777934" cy="145651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96" name="Google Shape;496;p48"/>
          <p:cNvPicPr preferRelativeResize="0"/>
          <p:nvPr>
            <p:ph idx="2" type="pic"/>
          </p:nvPr>
        </p:nvPicPr>
        <p:blipFill/>
        <p:spPr>
          <a:xfrm>
            <a:off x="0" y="-2"/>
            <a:ext cx="5563892" cy="6857999"/>
          </a:xfrm>
          <a:prstGeom prst="rect">
            <a:avLst/>
          </a:prstGeom>
          <a:blipFill rotWithShape="1">
            <a:blip r:embed="rId2">
              <a:alphaModFix amt="60000"/>
            </a:blip>
            <a:stretch>
              <a:fillRect b="0" l="0" r="0" t="0"/>
            </a:stretch>
          </a:blipFill>
          <a:ln>
            <a:noFill/>
          </a:ln>
        </p:spPr>
      </p:pic>
      <p:sp>
        <p:nvSpPr>
          <p:cNvPr id="497" name="Google Shape;497;p48"/>
          <p:cNvSpPr txBox="1"/>
          <p:nvPr>
            <p:ph idx="1" type="body"/>
          </p:nvPr>
        </p:nvSpPr>
        <p:spPr>
          <a:xfrm>
            <a:off x="6492578" y="1936671"/>
            <a:ext cx="4777933" cy="414641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8" name="Google Shape;498;p48"/>
          <p:cNvSpPr txBox="1"/>
          <p:nvPr>
            <p:ph idx="11" type="ftr"/>
          </p:nvPr>
        </p:nvSpPr>
        <p:spPr>
          <a:xfrm>
            <a:off x="6494999" y="6356350"/>
            <a:ext cx="283474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9" name="Google Shape;499;p48"/>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0" name="Google Shape;500;p48"/>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8">
  <p:cSld name="Content with Picture 8">
    <p:spTree>
      <p:nvGrpSpPr>
        <p:cNvPr id="501" name="Shape 501"/>
        <p:cNvGrpSpPr/>
        <p:nvPr/>
      </p:nvGrpSpPr>
      <p:grpSpPr>
        <a:xfrm>
          <a:off x="0" y="0"/>
          <a:ext cx="0" cy="0"/>
          <a:chOff x="0" y="0"/>
          <a:chExt cx="0" cy="0"/>
        </a:xfrm>
      </p:grpSpPr>
      <p:sp>
        <p:nvSpPr>
          <p:cNvPr id="502" name="Google Shape;502;p49"/>
          <p:cNvSpPr txBox="1"/>
          <p:nvPr>
            <p:ph type="title"/>
          </p:nvPr>
        </p:nvSpPr>
        <p:spPr>
          <a:xfrm>
            <a:off x="700790" y="530973"/>
            <a:ext cx="5395210" cy="145651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3" name="Google Shape;503;p49"/>
          <p:cNvSpPr txBox="1"/>
          <p:nvPr>
            <p:ph idx="1" type="body"/>
          </p:nvPr>
        </p:nvSpPr>
        <p:spPr>
          <a:xfrm>
            <a:off x="700790" y="2003099"/>
            <a:ext cx="5395210" cy="401670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04" name="Google Shape;504;p49"/>
          <p:cNvPicPr preferRelativeResize="0"/>
          <p:nvPr>
            <p:ph idx="2" type="pic"/>
          </p:nvPr>
        </p:nvPicPr>
        <p:blipFill/>
        <p:spPr>
          <a:xfrm rot="-154448">
            <a:off x="6850601" y="1238846"/>
            <a:ext cx="4920503" cy="5710219"/>
          </a:xfrm>
          <a:prstGeom prst="rect">
            <a:avLst/>
          </a:prstGeom>
          <a:blipFill rotWithShape="1">
            <a:blip r:embed="rId2">
              <a:alphaModFix amt="60000"/>
            </a:blip>
            <a:stretch>
              <a:fillRect b="0" l="0" r="0" t="0"/>
            </a:stretch>
          </a:blipFill>
          <a:ln>
            <a:noFill/>
          </a:ln>
        </p:spPr>
      </p:pic>
      <p:sp>
        <p:nvSpPr>
          <p:cNvPr id="505" name="Google Shape;505;p49"/>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6" name="Google Shape;506;p49"/>
          <p:cNvSpPr txBox="1"/>
          <p:nvPr>
            <p:ph idx="10" type="dt"/>
          </p:nvPr>
        </p:nvSpPr>
        <p:spPr>
          <a:xfrm>
            <a:off x="4294911" y="6356350"/>
            <a:ext cx="180108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7" name="Google Shape;507;p49"/>
          <p:cNvSpPr txBox="1"/>
          <p:nvPr>
            <p:ph idx="12" type="sldNum"/>
          </p:nvPr>
        </p:nvSpPr>
        <p:spPr>
          <a:xfrm>
            <a:off x="11437920" y="6356350"/>
            <a:ext cx="54725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08" name="Google Shape;508;p49"/>
          <p:cNvSpPr/>
          <p:nvPr/>
        </p:nvSpPr>
        <p:spPr>
          <a:xfrm rot="-649024">
            <a:off x="10293274" y="488579"/>
            <a:ext cx="1998763" cy="950307"/>
          </a:xfrm>
          <a:custGeom>
            <a:rect b="b" l="l" r="r" t="t"/>
            <a:pathLst>
              <a:path extrusionOk="0" h="1549509" w="2876897">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9">
  <p:cSld name="Content with Picture 9">
    <p:spTree>
      <p:nvGrpSpPr>
        <p:cNvPr id="509" name="Shape 509"/>
        <p:cNvGrpSpPr/>
        <p:nvPr/>
      </p:nvGrpSpPr>
      <p:grpSpPr>
        <a:xfrm>
          <a:off x="0" y="0"/>
          <a:ext cx="0" cy="0"/>
          <a:chOff x="0" y="0"/>
          <a:chExt cx="0" cy="0"/>
        </a:xfrm>
      </p:grpSpPr>
      <p:sp>
        <p:nvSpPr>
          <p:cNvPr id="510" name="Google Shape;510;p50"/>
          <p:cNvSpPr txBox="1"/>
          <p:nvPr>
            <p:ph type="title"/>
          </p:nvPr>
        </p:nvSpPr>
        <p:spPr>
          <a:xfrm>
            <a:off x="699660" y="530973"/>
            <a:ext cx="5395210" cy="1456511"/>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1" name="Google Shape;511;p50"/>
          <p:cNvSpPr txBox="1"/>
          <p:nvPr>
            <p:ph idx="1" type="body"/>
          </p:nvPr>
        </p:nvSpPr>
        <p:spPr>
          <a:xfrm>
            <a:off x="699660" y="2003099"/>
            <a:ext cx="5395210" cy="401670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12" name="Google Shape;512;p50"/>
          <p:cNvPicPr preferRelativeResize="0"/>
          <p:nvPr>
            <p:ph idx="2" type="pic"/>
          </p:nvPr>
        </p:nvPicPr>
        <p:blipFill/>
        <p:spPr>
          <a:xfrm rot="-170804">
            <a:off x="6624315" y="183622"/>
            <a:ext cx="5543342" cy="6080538"/>
          </a:xfrm>
          <a:prstGeom prst="rect">
            <a:avLst/>
          </a:prstGeom>
          <a:blipFill rotWithShape="1">
            <a:blip r:embed="rId2">
              <a:alphaModFix amt="60000"/>
            </a:blip>
            <a:stretch>
              <a:fillRect b="0" l="0" r="0" t="0"/>
            </a:stretch>
          </a:blipFill>
          <a:ln>
            <a:noFill/>
          </a:ln>
        </p:spPr>
      </p:pic>
      <p:sp>
        <p:nvSpPr>
          <p:cNvPr id="513" name="Google Shape;513;p50"/>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4" name="Google Shape;514;p50"/>
          <p:cNvSpPr txBox="1"/>
          <p:nvPr>
            <p:ph idx="10" type="dt"/>
          </p:nvPr>
        </p:nvSpPr>
        <p:spPr>
          <a:xfrm>
            <a:off x="9552711" y="6356350"/>
            <a:ext cx="180108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5" name="Google Shape;515;p50"/>
          <p:cNvSpPr txBox="1"/>
          <p:nvPr>
            <p:ph idx="12" type="sldNum"/>
          </p:nvPr>
        </p:nvSpPr>
        <p:spPr>
          <a:xfrm>
            <a:off x="11437920" y="6356350"/>
            <a:ext cx="54725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16" name="Google Shape;516;p50"/>
          <p:cNvSpPr/>
          <p:nvPr/>
        </p:nvSpPr>
        <p:spPr>
          <a:xfrm rot="2599426">
            <a:off x="6252667" y="4935505"/>
            <a:ext cx="1800041" cy="1775781"/>
          </a:xfrm>
          <a:custGeom>
            <a:rect b="b" l="l" r="r" t="t"/>
            <a:pathLst>
              <a:path extrusionOk="0" h="3018036" w="3059270">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517" name="Google Shape;517;p50"/>
          <p:cNvGrpSpPr/>
          <p:nvPr/>
        </p:nvGrpSpPr>
        <p:grpSpPr>
          <a:xfrm flipH="1">
            <a:off x="6891213" y="5570054"/>
            <a:ext cx="626222" cy="449746"/>
            <a:chOff x="10056508" y="3477013"/>
            <a:chExt cx="713092" cy="512135"/>
          </a:xfrm>
        </p:grpSpPr>
        <p:sp>
          <p:nvSpPr>
            <p:cNvPr id="518" name="Google Shape;518;p50"/>
            <p:cNvSpPr/>
            <p:nvPr/>
          </p:nvSpPr>
          <p:spPr>
            <a:xfrm>
              <a:off x="10056508" y="3890827"/>
              <a:ext cx="713092" cy="98321"/>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19" name="Google Shape;519;p50"/>
            <p:cNvSpPr/>
            <p:nvPr/>
          </p:nvSpPr>
          <p:spPr>
            <a:xfrm flipH="1">
              <a:off x="10462097" y="3477013"/>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20" name="Google Shape;520;p50"/>
            <p:cNvSpPr/>
            <p:nvPr/>
          </p:nvSpPr>
          <p:spPr>
            <a:xfrm flipH="1">
              <a:off x="10468546" y="3477013"/>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21" name="Google Shape;521;p50"/>
            <p:cNvSpPr/>
            <p:nvPr/>
          </p:nvSpPr>
          <p:spPr>
            <a:xfrm flipH="1">
              <a:off x="10108996" y="3520306"/>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22" name="Google Shape;522;p50"/>
            <p:cNvSpPr/>
            <p:nvPr/>
          </p:nvSpPr>
          <p:spPr>
            <a:xfrm flipH="1">
              <a:off x="10114155" y="3520306"/>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0">
  <p:cSld name="Content with Picture 10">
    <p:spTree>
      <p:nvGrpSpPr>
        <p:cNvPr id="523" name="Shape 523"/>
        <p:cNvGrpSpPr/>
        <p:nvPr/>
      </p:nvGrpSpPr>
      <p:grpSpPr>
        <a:xfrm>
          <a:off x="0" y="0"/>
          <a:ext cx="0" cy="0"/>
          <a:chOff x="0" y="0"/>
          <a:chExt cx="0" cy="0"/>
        </a:xfrm>
      </p:grpSpPr>
      <p:sp>
        <p:nvSpPr>
          <p:cNvPr id="524" name="Google Shape;524;p51"/>
          <p:cNvSpPr txBox="1"/>
          <p:nvPr>
            <p:ph type="title"/>
          </p:nvPr>
        </p:nvSpPr>
        <p:spPr>
          <a:xfrm>
            <a:off x="704088" y="615604"/>
            <a:ext cx="4538721" cy="1236126"/>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5" name="Google Shape;525;p51"/>
          <p:cNvSpPr txBox="1"/>
          <p:nvPr>
            <p:ph idx="1" type="body"/>
          </p:nvPr>
        </p:nvSpPr>
        <p:spPr>
          <a:xfrm>
            <a:off x="704089" y="1867345"/>
            <a:ext cx="4538721" cy="423373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6" name="Google Shape;526;p51"/>
          <p:cNvSpPr txBox="1"/>
          <p:nvPr>
            <p:ph idx="11" type="ftr"/>
          </p:nvPr>
        </p:nvSpPr>
        <p:spPr>
          <a:xfrm>
            <a:off x="704089" y="6356350"/>
            <a:ext cx="235587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7" name="Google Shape;527;p51"/>
          <p:cNvSpPr txBox="1"/>
          <p:nvPr>
            <p:ph idx="10" type="dt"/>
          </p:nvPr>
        </p:nvSpPr>
        <p:spPr>
          <a:xfrm>
            <a:off x="3059964" y="6356350"/>
            <a:ext cx="180108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8" name="Google Shape;528;p51"/>
          <p:cNvSpPr txBox="1"/>
          <p:nvPr>
            <p:ph idx="12" type="sldNum"/>
          </p:nvPr>
        </p:nvSpPr>
        <p:spPr>
          <a:xfrm>
            <a:off x="4963229" y="6356350"/>
            <a:ext cx="54725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29" name="Google Shape;529;p51"/>
          <p:cNvPicPr preferRelativeResize="0"/>
          <p:nvPr>
            <p:ph idx="2" type="pic"/>
          </p:nvPr>
        </p:nvPicPr>
        <p:blipFill/>
        <p:spPr>
          <a:xfrm>
            <a:off x="5920318" y="0"/>
            <a:ext cx="6271682" cy="6858000"/>
          </a:xfrm>
          <a:prstGeom prst="rect">
            <a:avLst/>
          </a:prstGeom>
          <a:blipFill rotWithShape="1">
            <a:blip r:embed="rId2">
              <a:alphaModFix amt="60000"/>
            </a:blip>
            <a:stretch>
              <a:fillRect b="0" l="0" r="0" t="0"/>
            </a:stretch>
          </a:blip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1">
  <p:cSld name="Content with Picture 11">
    <p:spTree>
      <p:nvGrpSpPr>
        <p:cNvPr id="530" name="Shape 530"/>
        <p:cNvGrpSpPr/>
        <p:nvPr/>
      </p:nvGrpSpPr>
      <p:grpSpPr>
        <a:xfrm>
          <a:off x="0" y="0"/>
          <a:ext cx="0" cy="0"/>
          <a:chOff x="0" y="0"/>
          <a:chExt cx="0" cy="0"/>
        </a:xfrm>
      </p:grpSpPr>
      <p:sp>
        <p:nvSpPr>
          <p:cNvPr id="531" name="Google Shape;531;p52"/>
          <p:cNvSpPr txBox="1"/>
          <p:nvPr>
            <p:ph type="title"/>
          </p:nvPr>
        </p:nvSpPr>
        <p:spPr>
          <a:xfrm>
            <a:off x="704088" y="345440"/>
            <a:ext cx="6472566" cy="1133246"/>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2" name="Google Shape;532;p52"/>
          <p:cNvSpPr txBox="1"/>
          <p:nvPr>
            <p:ph idx="1" type="body"/>
          </p:nvPr>
        </p:nvSpPr>
        <p:spPr>
          <a:xfrm>
            <a:off x="704089" y="1494301"/>
            <a:ext cx="6472566" cy="460169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3" name="Google Shape;533;p52"/>
          <p:cNvSpPr txBox="1"/>
          <p:nvPr>
            <p:ph idx="11" type="ftr"/>
          </p:nvPr>
        </p:nvSpPr>
        <p:spPr>
          <a:xfrm>
            <a:off x="704088" y="6356350"/>
            <a:ext cx="324262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4" name="Google Shape;534;p52"/>
          <p:cNvSpPr txBox="1"/>
          <p:nvPr>
            <p:ph idx="10" type="dt"/>
          </p:nvPr>
        </p:nvSpPr>
        <p:spPr>
          <a:xfrm>
            <a:off x="4740976" y="6356350"/>
            <a:ext cx="180108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5" name="Google Shape;535;p52"/>
          <p:cNvSpPr txBox="1"/>
          <p:nvPr>
            <p:ph idx="12" type="sldNum"/>
          </p:nvPr>
        </p:nvSpPr>
        <p:spPr>
          <a:xfrm>
            <a:off x="6644241" y="6356350"/>
            <a:ext cx="54725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36" name="Google Shape;536;p52"/>
          <p:cNvPicPr preferRelativeResize="0"/>
          <p:nvPr>
            <p:ph idx="2" type="pic"/>
          </p:nvPr>
        </p:nvPicPr>
        <p:blipFill/>
        <p:spPr>
          <a:xfrm>
            <a:off x="8044872" y="0"/>
            <a:ext cx="4147127" cy="6858000"/>
          </a:xfrm>
          <a:prstGeom prst="rect">
            <a:avLst/>
          </a:prstGeom>
          <a:blipFill rotWithShape="1">
            <a:blip r:embed="rId2">
              <a:alphaModFix amt="60000"/>
            </a:blip>
            <a:stretch>
              <a:fillRect b="0" l="0" r="0" t="0"/>
            </a:stretch>
          </a:blip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2">
  <p:cSld name="Content with Picture 12">
    <p:spTree>
      <p:nvGrpSpPr>
        <p:cNvPr id="537" name="Shape 537"/>
        <p:cNvGrpSpPr/>
        <p:nvPr/>
      </p:nvGrpSpPr>
      <p:grpSpPr>
        <a:xfrm>
          <a:off x="0" y="0"/>
          <a:ext cx="0" cy="0"/>
          <a:chOff x="0" y="0"/>
          <a:chExt cx="0" cy="0"/>
        </a:xfrm>
      </p:grpSpPr>
      <p:sp>
        <p:nvSpPr>
          <p:cNvPr id="538" name="Google Shape;538;p53"/>
          <p:cNvSpPr txBox="1"/>
          <p:nvPr>
            <p:ph type="title"/>
          </p:nvPr>
        </p:nvSpPr>
        <p:spPr>
          <a:xfrm>
            <a:off x="700792" y="4426528"/>
            <a:ext cx="3853453" cy="1689602"/>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39" name="Google Shape;539;p53"/>
          <p:cNvPicPr preferRelativeResize="0"/>
          <p:nvPr>
            <p:ph idx="2" type="pic"/>
          </p:nvPr>
        </p:nvPicPr>
        <p:blipFill/>
        <p:spPr>
          <a:xfrm>
            <a:off x="0" y="0"/>
            <a:ext cx="12192000" cy="4106174"/>
          </a:xfrm>
          <a:prstGeom prst="rect">
            <a:avLst/>
          </a:prstGeom>
          <a:blipFill rotWithShape="1">
            <a:blip r:embed="rId2">
              <a:alphaModFix amt="60000"/>
            </a:blip>
            <a:stretch>
              <a:fillRect b="0" l="0" r="0" t="0"/>
            </a:stretch>
          </a:blipFill>
          <a:ln>
            <a:noFill/>
          </a:ln>
        </p:spPr>
      </p:pic>
      <p:sp>
        <p:nvSpPr>
          <p:cNvPr id="540" name="Google Shape;540;p53"/>
          <p:cNvSpPr txBox="1"/>
          <p:nvPr>
            <p:ph idx="1" type="body"/>
          </p:nvPr>
        </p:nvSpPr>
        <p:spPr>
          <a:xfrm>
            <a:off x="4925961" y="4426528"/>
            <a:ext cx="6602723" cy="185886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1" name="Google Shape;541;p53"/>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2" name="Google Shape;542;p53"/>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3" name="Google Shape;543;p53"/>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3">
  <p:cSld name="Content with Picture 13">
    <p:spTree>
      <p:nvGrpSpPr>
        <p:cNvPr id="544" name="Shape 544"/>
        <p:cNvGrpSpPr/>
        <p:nvPr/>
      </p:nvGrpSpPr>
      <p:grpSpPr>
        <a:xfrm>
          <a:off x="0" y="0"/>
          <a:ext cx="0" cy="0"/>
          <a:chOff x="0" y="0"/>
          <a:chExt cx="0" cy="0"/>
        </a:xfrm>
      </p:grpSpPr>
      <p:sp>
        <p:nvSpPr>
          <p:cNvPr id="545" name="Google Shape;545;p54"/>
          <p:cNvSpPr txBox="1"/>
          <p:nvPr>
            <p:ph type="title"/>
          </p:nvPr>
        </p:nvSpPr>
        <p:spPr>
          <a:xfrm>
            <a:off x="700792" y="3790765"/>
            <a:ext cx="3171553" cy="2325365"/>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46" name="Google Shape;546;p54"/>
          <p:cNvPicPr preferRelativeResize="0"/>
          <p:nvPr>
            <p:ph idx="2" type="pic"/>
          </p:nvPr>
        </p:nvPicPr>
        <p:blipFill/>
        <p:spPr>
          <a:xfrm>
            <a:off x="0" y="0"/>
            <a:ext cx="12192000" cy="3429612"/>
          </a:xfrm>
          <a:prstGeom prst="rect">
            <a:avLst/>
          </a:prstGeom>
          <a:blipFill rotWithShape="1">
            <a:blip r:embed="rId2">
              <a:alphaModFix amt="60000"/>
            </a:blip>
            <a:stretch>
              <a:fillRect b="0" l="0" r="0" t="0"/>
            </a:stretch>
          </a:blipFill>
          <a:ln>
            <a:noFill/>
          </a:ln>
        </p:spPr>
      </p:pic>
      <p:sp>
        <p:nvSpPr>
          <p:cNvPr id="547" name="Google Shape;547;p54"/>
          <p:cNvSpPr txBox="1"/>
          <p:nvPr>
            <p:ph idx="1" type="body"/>
          </p:nvPr>
        </p:nvSpPr>
        <p:spPr>
          <a:xfrm>
            <a:off x="4192439" y="3790765"/>
            <a:ext cx="7336246" cy="253901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8" name="Google Shape;548;p54"/>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9" name="Google Shape;549;p54"/>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0" name="Google Shape;550;p54"/>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4">
  <p:cSld name="Content with Picture 14">
    <p:spTree>
      <p:nvGrpSpPr>
        <p:cNvPr id="551" name="Shape 551"/>
        <p:cNvGrpSpPr/>
        <p:nvPr/>
      </p:nvGrpSpPr>
      <p:grpSpPr>
        <a:xfrm>
          <a:off x="0" y="0"/>
          <a:ext cx="0" cy="0"/>
          <a:chOff x="0" y="0"/>
          <a:chExt cx="0" cy="0"/>
        </a:xfrm>
      </p:grpSpPr>
      <p:sp>
        <p:nvSpPr>
          <p:cNvPr id="552" name="Google Shape;552;p55"/>
          <p:cNvSpPr/>
          <p:nvPr/>
        </p:nvSpPr>
        <p:spPr>
          <a:xfrm rot="-6411829">
            <a:off x="4142225" y="5336077"/>
            <a:ext cx="1824032" cy="1017262"/>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53" name="Google Shape;553;p55"/>
          <p:cNvSpPr txBox="1"/>
          <p:nvPr>
            <p:ph type="title"/>
          </p:nvPr>
        </p:nvSpPr>
        <p:spPr>
          <a:xfrm>
            <a:off x="700791" y="950976"/>
            <a:ext cx="4349424" cy="1459193"/>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54" name="Google Shape;554;p55"/>
          <p:cNvPicPr preferRelativeResize="0"/>
          <p:nvPr>
            <p:ph idx="2" type="pic"/>
          </p:nvPr>
        </p:nvPicPr>
        <p:blipFill/>
        <p:spPr>
          <a:xfrm>
            <a:off x="586405" y="2544807"/>
            <a:ext cx="3945827" cy="3785880"/>
          </a:xfrm>
          <a:prstGeom prst="rect">
            <a:avLst/>
          </a:prstGeom>
          <a:blipFill rotWithShape="1">
            <a:blip r:embed="rId2">
              <a:alphaModFix amt="60000"/>
            </a:blip>
            <a:stretch>
              <a:fillRect b="0" l="0" r="0" t="0"/>
            </a:stretch>
          </a:blipFill>
          <a:ln>
            <a:noFill/>
          </a:ln>
        </p:spPr>
      </p:pic>
      <p:sp>
        <p:nvSpPr>
          <p:cNvPr id="555" name="Google Shape;555;p55"/>
          <p:cNvSpPr txBox="1"/>
          <p:nvPr>
            <p:ph idx="1" type="body"/>
          </p:nvPr>
        </p:nvSpPr>
        <p:spPr>
          <a:xfrm>
            <a:off x="5756183" y="944438"/>
            <a:ext cx="5533139" cy="516901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6" name="Google Shape;556;p55"/>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7" name="Google Shape;557;p55"/>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8" name="Google Shape;558;p55"/>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559" name="Google Shape;559;p55"/>
          <p:cNvGrpSpPr/>
          <p:nvPr/>
        </p:nvGrpSpPr>
        <p:grpSpPr>
          <a:xfrm flipH="1">
            <a:off x="4730639" y="5777681"/>
            <a:ext cx="606354" cy="325031"/>
            <a:chOff x="5447388" y="3100610"/>
            <a:chExt cx="1500891" cy="804540"/>
          </a:xfrm>
        </p:grpSpPr>
        <p:sp>
          <p:nvSpPr>
            <p:cNvPr id="560" name="Google Shape;560;p55"/>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61" name="Google Shape;561;p55"/>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62" name="Google Shape;562;p55"/>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63" name="Google Shape;563;p55"/>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64" name="Google Shape;564;p55"/>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5">
  <p:cSld name="Content with Picture 15">
    <p:spTree>
      <p:nvGrpSpPr>
        <p:cNvPr id="565" name="Shape 565"/>
        <p:cNvGrpSpPr/>
        <p:nvPr/>
      </p:nvGrpSpPr>
      <p:grpSpPr>
        <a:xfrm>
          <a:off x="0" y="0"/>
          <a:ext cx="0" cy="0"/>
          <a:chOff x="0" y="0"/>
          <a:chExt cx="0" cy="0"/>
        </a:xfrm>
      </p:grpSpPr>
      <p:sp>
        <p:nvSpPr>
          <p:cNvPr id="566" name="Google Shape;566;p56"/>
          <p:cNvSpPr txBox="1"/>
          <p:nvPr>
            <p:ph type="title"/>
          </p:nvPr>
        </p:nvSpPr>
        <p:spPr>
          <a:xfrm>
            <a:off x="700791" y="4141587"/>
            <a:ext cx="3596889" cy="1979740"/>
          </a:xfrm>
          <a:prstGeom prst="rect">
            <a:avLst/>
          </a:prstGeom>
          <a:noFill/>
          <a:ln>
            <a:noFill/>
          </a:ln>
        </p:spPr>
        <p:txBody>
          <a:bodyPr anchorCtr="0" anchor="ctr"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67" name="Google Shape;567;p56"/>
          <p:cNvPicPr preferRelativeResize="0"/>
          <p:nvPr>
            <p:ph idx="2" type="pic"/>
          </p:nvPr>
        </p:nvPicPr>
        <p:blipFill/>
        <p:spPr>
          <a:xfrm rot="-324286">
            <a:off x="654012" y="646016"/>
            <a:ext cx="3377407" cy="3343942"/>
          </a:xfrm>
          <a:prstGeom prst="rect">
            <a:avLst/>
          </a:prstGeom>
          <a:blipFill rotWithShape="1">
            <a:blip r:embed="rId2">
              <a:alphaModFix amt="60000"/>
            </a:blip>
            <a:stretch>
              <a:fillRect b="0" l="0" r="0" t="0"/>
            </a:stretch>
          </a:blipFill>
          <a:ln>
            <a:noFill/>
          </a:ln>
        </p:spPr>
      </p:pic>
      <p:sp>
        <p:nvSpPr>
          <p:cNvPr id="568" name="Google Shape;568;p56"/>
          <p:cNvSpPr txBox="1"/>
          <p:nvPr>
            <p:ph idx="1" type="body"/>
          </p:nvPr>
        </p:nvSpPr>
        <p:spPr>
          <a:xfrm>
            <a:off x="4821382" y="739833"/>
            <a:ext cx="6669827" cy="53469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9" name="Google Shape;569;p56"/>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0" name="Google Shape;570;p56"/>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1" name="Google Shape;571;p56"/>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6">
  <p:cSld name="Content with Picture 16">
    <p:spTree>
      <p:nvGrpSpPr>
        <p:cNvPr id="572" name="Shape 572"/>
        <p:cNvGrpSpPr/>
        <p:nvPr/>
      </p:nvGrpSpPr>
      <p:grpSpPr>
        <a:xfrm>
          <a:off x="0" y="0"/>
          <a:ext cx="0" cy="0"/>
          <a:chOff x="0" y="0"/>
          <a:chExt cx="0" cy="0"/>
        </a:xfrm>
      </p:grpSpPr>
      <p:sp>
        <p:nvSpPr>
          <p:cNvPr id="573" name="Google Shape;573;p57"/>
          <p:cNvSpPr txBox="1"/>
          <p:nvPr>
            <p:ph type="title"/>
          </p:nvPr>
        </p:nvSpPr>
        <p:spPr>
          <a:xfrm>
            <a:off x="699659" y="947783"/>
            <a:ext cx="3055595" cy="1570973"/>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74" name="Google Shape;574;p57"/>
          <p:cNvPicPr preferRelativeResize="0"/>
          <p:nvPr>
            <p:ph idx="2" type="pic"/>
          </p:nvPr>
        </p:nvPicPr>
        <p:blipFill/>
        <p:spPr>
          <a:xfrm>
            <a:off x="375586" y="3232355"/>
            <a:ext cx="3496759" cy="2961002"/>
          </a:xfrm>
          <a:prstGeom prst="rect">
            <a:avLst/>
          </a:prstGeom>
          <a:blipFill rotWithShape="1">
            <a:blip r:embed="rId2">
              <a:alphaModFix amt="60000"/>
            </a:blip>
            <a:stretch>
              <a:fillRect b="0" l="0" r="0" t="0"/>
            </a:stretch>
          </a:blipFill>
          <a:ln>
            <a:noFill/>
          </a:ln>
        </p:spPr>
      </p:pic>
      <p:sp>
        <p:nvSpPr>
          <p:cNvPr id="575" name="Google Shape;575;p57"/>
          <p:cNvSpPr txBox="1"/>
          <p:nvPr>
            <p:ph idx="1" type="body"/>
          </p:nvPr>
        </p:nvSpPr>
        <p:spPr>
          <a:xfrm>
            <a:off x="4192438" y="947783"/>
            <a:ext cx="7298771" cy="524557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6" name="Google Shape;576;p57"/>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7" name="Google Shape;577;p57"/>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8" name="Google Shape;578;p57"/>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79" name="Google Shape;579;p57"/>
          <p:cNvSpPr/>
          <p:nvPr/>
        </p:nvSpPr>
        <p:spPr>
          <a:xfrm rot="-6335462">
            <a:off x="2396934" y="2544071"/>
            <a:ext cx="1039389" cy="1047193"/>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7">
  <p:cSld name="Content with Picture 17">
    <p:spTree>
      <p:nvGrpSpPr>
        <p:cNvPr id="580" name="Shape 580"/>
        <p:cNvGrpSpPr/>
        <p:nvPr/>
      </p:nvGrpSpPr>
      <p:grpSpPr>
        <a:xfrm>
          <a:off x="0" y="0"/>
          <a:ext cx="0" cy="0"/>
          <a:chOff x="0" y="0"/>
          <a:chExt cx="0" cy="0"/>
        </a:xfrm>
      </p:grpSpPr>
      <p:sp>
        <p:nvSpPr>
          <p:cNvPr id="581" name="Google Shape;581;p58"/>
          <p:cNvSpPr/>
          <p:nvPr/>
        </p:nvSpPr>
        <p:spPr>
          <a:xfrm rot="10577473">
            <a:off x="334039" y="5270220"/>
            <a:ext cx="1824032" cy="1017262"/>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82" name="Google Shape;582;p58"/>
          <p:cNvSpPr txBox="1"/>
          <p:nvPr>
            <p:ph type="title"/>
          </p:nvPr>
        </p:nvSpPr>
        <p:spPr>
          <a:xfrm>
            <a:off x="700790" y="952308"/>
            <a:ext cx="5090409" cy="1168348"/>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83" name="Google Shape;583;p58"/>
          <p:cNvPicPr preferRelativeResize="0"/>
          <p:nvPr>
            <p:ph idx="2" type="pic"/>
          </p:nvPr>
        </p:nvPicPr>
        <p:blipFill/>
        <p:spPr>
          <a:xfrm>
            <a:off x="1234360" y="2093799"/>
            <a:ext cx="5339327" cy="4040057"/>
          </a:xfrm>
          <a:prstGeom prst="rect">
            <a:avLst/>
          </a:prstGeom>
          <a:blipFill rotWithShape="1">
            <a:blip r:embed="rId2">
              <a:alphaModFix amt="60000"/>
            </a:blip>
            <a:stretch>
              <a:fillRect b="0" l="0" r="0" t="0"/>
            </a:stretch>
          </a:blipFill>
          <a:ln>
            <a:noFill/>
          </a:ln>
        </p:spPr>
      </p:pic>
      <p:sp>
        <p:nvSpPr>
          <p:cNvPr id="584" name="Google Shape;584;p58"/>
          <p:cNvSpPr txBox="1"/>
          <p:nvPr>
            <p:ph idx="1" type="body"/>
          </p:nvPr>
        </p:nvSpPr>
        <p:spPr>
          <a:xfrm>
            <a:off x="7292714" y="926430"/>
            <a:ext cx="4101407" cy="512815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5" name="Google Shape;585;p58"/>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6" name="Google Shape;586;p58"/>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7" name="Google Shape;587;p58"/>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588" name="Google Shape;588;p58"/>
          <p:cNvGrpSpPr/>
          <p:nvPr/>
        </p:nvGrpSpPr>
        <p:grpSpPr>
          <a:xfrm>
            <a:off x="1074020" y="5518015"/>
            <a:ext cx="559996" cy="282537"/>
            <a:chOff x="1148701" y="1742835"/>
            <a:chExt cx="665981" cy="336009"/>
          </a:xfrm>
        </p:grpSpPr>
        <p:sp>
          <p:nvSpPr>
            <p:cNvPr id="589" name="Google Shape;589;p58"/>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90" name="Google Shape;590;p58"/>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91" name="Google Shape;591;p58"/>
            <p:cNvSpPr/>
            <p:nvPr/>
          </p:nvSpPr>
          <p:spPr>
            <a:xfrm flipH="1" rot="10462796">
              <a:off x="1505310"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592" name="Google Shape;592;p58"/>
            <p:cNvSpPr/>
            <p:nvPr/>
          </p:nvSpPr>
          <p:spPr>
            <a:xfrm flipH="1" rot="7822065">
              <a:off x="1641096"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593" name="Google Shape;593;p58"/>
          <p:cNvSpPr/>
          <p:nvPr/>
        </p:nvSpPr>
        <p:spPr>
          <a:xfrm flipH="1">
            <a:off x="1269471" y="5941746"/>
            <a:ext cx="134669" cy="45719"/>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Statement">
    <p:bg>
      <p:bgPr>
        <a:solidFill>
          <a:srgbClr val="ADC5B2"/>
        </a:solidFill>
      </p:bgPr>
    </p:bg>
    <p:spTree>
      <p:nvGrpSpPr>
        <p:cNvPr id="594" name="Shape 594"/>
        <p:cNvGrpSpPr/>
        <p:nvPr/>
      </p:nvGrpSpPr>
      <p:grpSpPr>
        <a:xfrm>
          <a:off x="0" y="0"/>
          <a:ext cx="0" cy="0"/>
          <a:chOff x="0" y="0"/>
          <a:chExt cx="0" cy="0"/>
        </a:xfrm>
      </p:grpSpPr>
      <p:sp>
        <p:nvSpPr>
          <p:cNvPr id="595" name="Google Shape;595;p59"/>
          <p:cNvSpPr txBox="1"/>
          <p:nvPr>
            <p:ph type="title"/>
          </p:nvPr>
        </p:nvSpPr>
        <p:spPr>
          <a:xfrm>
            <a:off x="700790" y="-944880"/>
            <a:ext cx="10388366" cy="807720"/>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6" name="Google Shape;596;p59"/>
          <p:cNvSpPr txBox="1"/>
          <p:nvPr>
            <p:ph idx="1" type="body"/>
          </p:nvPr>
        </p:nvSpPr>
        <p:spPr>
          <a:xfrm>
            <a:off x="2125318" y="1570716"/>
            <a:ext cx="7941365" cy="3816627"/>
          </a:xfrm>
          <a:prstGeom prst="rect">
            <a:avLst/>
          </a:prstGeom>
          <a:noFill/>
          <a:ln>
            <a:noFill/>
          </a:ln>
        </p:spPr>
        <p:txBody>
          <a:bodyPr anchorCtr="0" anchor="ctr" bIns="45700" lIns="91425" spcFirstLastPara="1" rIns="91425" wrap="square" tIns="45700">
            <a:normAutofit/>
          </a:bodyPr>
          <a:lstStyle>
            <a:lvl1pPr indent="-228600" lvl="0" marL="457200" algn="ctr">
              <a:lnSpc>
                <a:spcPct val="55000"/>
              </a:lnSpc>
              <a:spcBef>
                <a:spcPts val="1000"/>
              </a:spcBef>
              <a:spcAft>
                <a:spcPts val="0"/>
              </a:spcAft>
              <a:buClr>
                <a:schemeClr val="dk2"/>
              </a:buClr>
              <a:buSzPts val="8000"/>
              <a:buNone/>
              <a:defRPr b="1" sz="8000">
                <a:latin typeface="JasmineUPC"/>
                <a:ea typeface="JasmineUPC"/>
                <a:cs typeface="JasmineUPC"/>
                <a:sym typeface="JasmineUPC"/>
              </a:defRPr>
            </a:lvl1pPr>
            <a:lvl2pPr indent="-228600" lvl="1" marL="914400" algn="ctr">
              <a:lnSpc>
                <a:spcPct val="55000"/>
              </a:lnSpc>
              <a:spcBef>
                <a:spcPts val="500"/>
              </a:spcBef>
              <a:spcAft>
                <a:spcPts val="0"/>
              </a:spcAft>
              <a:buClr>
                <a:schemeClr val="dk2"/>
              </a:buClr>
              <a:buSzPts val="8000"/>
              <a:buNone/>
              <a:defRPr b="1" sz="8000">
                <a:latin typeface="JasmineUPC"/>
                <a:ea typeface="JasmineUPC"/>
                <a:cs typeface="JasmineUPC"/>
                <a:sym typeface="JasmineUPC"/>
              </a:defRPr>
            </a:lvl2pPr>
            <a:lvl3pPr indent="-228600" lvl="2" marL="1371600" algn="ctr">
              <a:lnSpc>
                <a:spcPct val="55000"/>
              </a:lnSpc>
              <a:spcBef>
                <a:spcPts val="500"/>
              </a:spcBef>
              <a:spcAft>
                <a:spcPts val="0"/>
              </a:spcAft>
              <a:buClr>
                <a:schemeClr val="dk2"/>
              </a:buClr>
              <a:buSzPts val="8000"/>
              <a:buNone/>
              <a:defRPr b="1" sz="8000">
                <a:latin typeface="JasmineUPC"/>
                <a:ea typeface="JasmineUPC"/>
                <a:cs typeface="JasmineUPC"/>
                <a:sym typeface="JasmineUPC"/>
              </a:defRPr>
            </a:lvl3pPr>
            <a:lvl4pPr indent="-228600" lvl="3" marL="1828800" algn="ctr">
              <a:lnSpc>
                <a:spcPct val="55000"/>
              </a:lnSpc>
              <a:spcBef>
                <a:spcPts val="500"/>
              </a:spcBef>
              <a:spcAft>
                <a:spcPts val="0"/>
              </a:spcAft>
              <a:buClr>
                <a:schemeClr val="dk2"/>
              </a:buClr>
              <a:buSzPts val="8000"/>
              <a:buNone/>
              <a:defRPr b="1" sz="8000">
                <a:latin typeface="JasmineUPC"/>
                <a:ea typeface="JasmineUPC"/>
                <a:cs typeface="JasmineUPC"/>
                <a:sym typeface="JasmineUPC"/>
              </a:defRPr>
            </a:lvl4pPr>
            <a:lvl5pPr indent="-228600" lvl="4" marL="2286000" algn="ctr">
              <a:lnSpc>
                <a:spcPct val="55000"/>
              </a:lnSpc>
              <a:spcBef>
                <a:spcPts val="500"/>
              </a:spcBef>
              <a:spcAft>
                <a:spcPts val="0"/>
              </a:spcAft>
              <a:buClr>
                <a:schemeClr val="dk2"/>
              </a:buClr>
              <a:buSzPts val="8000"/>
              <a:buNone/>
              <a:defRPr b="1" sz="8000">
                <a:latin typeface="JasmineUPC"/>
                <a:ea typeface="JasmineUPC"/>
                <a:cs typeface="JasmineUPC"/>
                <a:sym typeface="JasmineUP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7" name="Google Shape;597;p59"/>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40676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8" name="Google Shape;598;p59"/>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40676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9" name="Google Shape;599;p59"/>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rgbClr val="406760"/>
                </a:solidFill>
                <a:latin typeface="Raleway"/>
                <a:ea typeface="Raleway"/>
                <a:cs typeface="Raleway"/>
                <a:sym typeface="Raleway"/>
              </a:defRPr>
            </a:lvl1pPr>
            <a:lvl2pPr indent="0" lvl="1" marL="0" algn="r">
              <a:spcBef>
                <a:spcPts val="0"/>
              </a:spcBef>
              <a:buNone/>
              <a:defRPr sz="800" cap="none">
                <a:solidFill>
                  <a:srgbClr val="406760"/>
                </a:solidFill>
                <a:latin typeface="Raleway"/>
                <a:ea typeface="Raleway"/>
                <a:cs typeface="Raleway"/>
                <a:sym typeface="Raleway"/>
              </a:defRPr>
            </a:lvl2pPr>
            <a:lvl3pPr indent="0" lvl="2" marL="0" algn="r">
              <a:spcBef>
                <a:spcPts val="0"/>
              </a:spcBef>
              <a:buNone/>
              <a:defRPr sz="800" cap="none">
                <a:solidFill>
                  <a:srgbClr val="406760"/>
                </a:solidFill>
                <a:latin typeface="Raleway"/>
                <a:ea typeface="Raleway"/>
                <a:cs typeface="Raleway"/>
                <a:sym typeface="Raleway"/>
              </a:defRPr>
            </a:lvl3pPr>
            <a:lvl4pPr indent="0" lvl="3" marL="0" algn="r">
              <a:spcBef>
                <a:spcPts val="0"/>
              </a:spcBef>
              <a:buNone/>
              <a:defRPr sz="800" cap="none">
                <a:solidFill>
                  <a:srgbClr val="406760"/>
                </a:solidFill>
                <a:latin typeface="Raleway"/>
                <a:ea typeface="Raleway"/>
                <a:cs typeface="Raleway"/>
                <a:sym typeface="Raleway"/>
              </a:defRPr>
            </a:lvl4pPr>
            <a:lvl5pPr indent="0" lvl="4" marL="0" algn="r">
              <a:spcBef>
                <a:spcPts val="0"/>
              </a:spcBef>
              <a:buNone/>
              <a:defRPr sz="800" cap="none">
                <a:solidFill>
                  <a:srgbClr val="406760"/>
                </a:solidFill>
                <a:latin typeface="Raleway"/>
                <a:ea typeface="Raleway"/>
                <a:cs typeface="Raleway"/>
                <a:sym typeface="Raleway"/>
              </a:defRPr>
            </a:lvl5pPr>
            <a:lvl6pPr indent="0" lvl="5" marL="0" algn="r">
              <a:spcBef>
                <a:spcPts val="0"/>
              </a:spcBef>
              <a:buNone/>
              <a:defRPr sz="800" cap="none">
                <a:solidFill>
                  <a:srgbClr val="406760"/>
                </a:solidFill>
                <a:latin typeface="Raleway"/>
                <a:ea typeface="Raleway"/>
                <a:cs typeface="Raleway"/>
                <a:sym typeface="Raleway"/>
              </a:defRPr>
            </a:lvl6pPr>
            <a:lvl7pPr indent="0" lvl="6" marL="0" algn="r">
              <a:spcBef>
                <a:spcPts val="0"/>
              </a:spcBef>
              <a:buNone/>
              <a:defRPr sz="800" cap="none">
                <a:solidFill>
                  <a:srgbClr val="406760"/>
                </a:solidFill>
                <a:latin typeface="Raleway"/>
                <a:ea typeface="Raleway"/>
                <a:cs typeface="Raleway"/>
                <a:sym typeface="Raleway"/>
              </a:defRPr>
            </a:lvl7pPr>
            <a:lvl8pPr indent="0" lvl="7" marL="0" algn="r">
              <a:spcBef>
                <a:spcPts val="0"/>
              </a:spcBef>
              <a:buNone/>
              <a:defRPr sz="800" cap="none">
                <a:solidFill>
                  <a:srgbClr val="406760"/>
                </a:solidFill>
                <a:latin typeface="Raleway"/>
                <a:ea typeface="Raleway"/>
                <a:cs typeface="Raleway"/>
                <a:sym typeface="Raleway"/>
              </a:defRPr>
            </a:lvl8pPr>
            <a:lvl9pPr indent="0" lvl="8" marL="0" algn="r">
              <a:spcBef>
                <a:spcPts val="0"/>
              </a:spcBef>
              <a:buNone/>
              <a:defRPr sz="800" cap="none">
                <a:solidFill>
                  <a:srgbClr val="406760"/>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600" name="Google Shape;600;p59"/>
          <p:cNvSpPr/>
          <p:nvPr/>
        </p:nvSpPr>
        <p:spPr>
          <a:xfrm rot="1928485">
            <a:off x="2900060" y="3022504"/>
            <a:ext cx="4798434" cy="4772083"/>
          </a:xfrm>
          <a:custGeom>
            <a:rect b="b" l="l" r="r" t="t"/>
            <a:pathLst>
              <a:path extrusionOk="0" h="2980176" w="2996635">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lt2">
              <a:alpha val="14902"/>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01" name="Google Shape;601;p59"/>
          <p:cNvSpPr/>
          <p:nvPr/>
        </p:nvSpPr>
        <p:spPr>
          <a:xfrm rot="655070">
            <a:off x="7248091" y="616479"/>
            <a:ext cx="4949074" cy="4986231"/>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lt2">
              <a:alpha val="14902"/>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02" name="Google Shape;602;p59"/>
          <p:cNvSpPr/>
          <p:nvPr/>
        </p:nvSpPr>
        <p:spPr>
          <a:xfrm rot="8632732">
            <a:off x="-598866" y="1426895"/>
            <a:ext cx="6033509" cy="2778669"/>
          </a:xfrm>
          <a:custGeom>
            <a:rect b="b" l="l" r="r" t="t"/>
            <a:pathLst>
              <a:path extrusionOk="0" h="1967436" w="3420134">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lt2">
              <a:alpha val="14902"/>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Statement 2">
    <p:bg>
      <p:bgPr>
        <a:solidFill>
          <a:schemeClr val="accent1"/>
        </a:solidFill>
      </p:bgPr>
    </p:bg>
    <p:spTree>
      <p:nvGrpSpPr>
        <p:cNvPr id="603" name="Shape 603"/>
        <p:cNvGrpSpPr/>
        <p:nvPr/>
      </p:nvGrpSpPr>
      <p:grpSpPr>
        <a:xfrm>
          <a:off x="0" y="0"/>
          <a:ext cx="0" cy="0"/>
          <a:chOff x="0" y="0"/>
          <a:chExt cx="0" cy="0"/>
        </a:xfrm>
      </p:grpSpPr>
      <p:sp>
        <p:nvSpPr>
          <p:cNvPr id="604" name="Google Shape;604;p60"/>
          <p:cNvSpPr txBox="1"/>
          <p:nvPr>
            <p:ph type="title"/>
          </p:nvPr>
        </p:nvSpPr>
        <p:spPr>
          <a:xfrm>
            <a:off x="700790" y="-944880"/>
            <a:ext cx="10388366" cy="807720"/>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4400"/>
              <a:buFont typeface="JasmineUPC"/>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5" name="Google Shape;605;p60"/>
          <p:cNvSpPr txBox="1"/>
          <p:nvPr>
            <p:ph idx="1" type="body"/>
          </p:nvPr>
        </p:nvSpPr>
        <p:spPr>
          <a:xfrm>
            <a:off x="2121795" y="1636474"/>
            <a:ext cx="8003801" cy="3808052"/>
          </a:xfrm>
          <a:prstGeom prst="rect">
            <a:avLst/>
          </a:prstGeom>
          <a:noFill/>
          <a:ln>
            <a:noFill/>
          </a:ln>
        </p:spPr>
        <p:txBody>
          <a:bodyPr anchorCtr="0" anchor="ctr" bIns="45700" lIns="91425" spcFirstLastPara="1" rIns="91425" wrap="square" tIns="45700">
            <a:normAutofit/>
          </a:bodyPr>
          <a:lstStyle>
            <a:lvl1pPr indent="-228600" lvl="0" marL="457200" algn="ctr">
              <a:lnSpc>
                <a:spcPct val="55000"/>
              </a:lnSpc>
              <a:spcBef>
                <a:spcPts val="1000"/>
              </a:spcBef>
              <a:spcAft>
                <a:spcPts val="0"/>
              </a:spcAft>
              <a:buClr>
                <a:schemeClr val="lt2"/>
              </a:buClr>
              <a:buSzPts val="8000"/>
              <a:buNone/>
              <a:defRPr b="1" sz="8000">
                <a:solidFill>
                  <a:schemeClr val="lt2"/>
                </a:solidFill>
                <a:latin typeface="JasmineUPC"/>
                <a:ea typeface="JasmineUPC"/>
                <a:cs typeface="JasmineUPC"/>
                <a:sym typeface="JasmineUPC"/>
              </a:defRPr>
            </a:lvl1pPr>
            <a:lvl2pPr indent="-228600" lvl="1" marL="9144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2pPr>
            <a:lvl3pPr indent="-228600" lvl="2" marL="13716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3pPr>
            <a:lvl4pPr indent="-228600" lvl="3" marL="18288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4pPr>
            <a:lvl5pPr indent="-228600" lvl="4" marL="22860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6" name="Google Shape;606;p60"/>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7" name="Google Shape;607;p60"/>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8" name="Google Shape;608;p60"/>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lt2"/>
                </a:solidFill>
                <a:latin typeface="Raleway"/>
                <a:ea typeface="Raleway"/>
                <a:cs typeface="Raleway"/>
                <a:sym typeface="Raleway"/>
              </a:defRPr>
            </a:lvl1pPr>
            <a:lvl2pPr indent="0" lvl="1" marL="0" algn="r">
              <a:spcBef>
                <a:spcPts val="0"/>
              </a:spcBef>
              <a:buNone/>
              <a:defRPr sz="800" cap="none">
                <a:solidFill>
                  <a:schemeClr val="lt2"/>
                </a:solidFill>
                <a:latin typeface="Raleway"/>
                <a:ea typeface="Raleway"/>
                <a:cs typeface="Raleway"/>
                <a:sym typeface="Raleway"/>
              </a:defRPr>
            </a:lvl2pPr>
            <a:lvl3pPr indent="0" lvl="2" marL="0" algn="r">
              <a:spcBef>
                <a:spcPts val="0"/>
              </a:spcBef>
              <a:buNone/>
              <a:defRPr sz="800" cap="none">
                <a:solidFill>
                  <a:schemeClr val="lt2"/>
                </a:solidFill>
                <a:latin typeface="Raleway"/>
                <a:ea typeface="Raleway"/>
                <a:cs typeface="Raleway"/>
                <a:sym typeface="Raleway"/>
              </a:defRPr>
            </a:lvl3pPr>
            <a:lvl4pPr indent="0" lvl="3" marL="0" algn="r">
              <a:spcBef>
                <a:spcPts val="0"/>
              </a:spcBef>
              <a:buNone/>
              <a:defRPr sz="800" cap="none">
                <a:solidFill>
                  <a:schemeClr val="lt2"/>
                </a:solidFill>
                <a:latin typeface="Raleway"/>
                <a:ea typeface="Raleway"/>
                <a:cs typeface="Raleway"/>
                <a:sym typeface="Raleway"/>
              </a:defRPr>
            </a:lvl4pPr>
            <a:lvl5pPr indent="0" lvl="4" marL="0" algn="r">
              <a:spcBef>
                <a:spcPts val="0"/>
              </a:spcBef>
              <a:buNone/>
              <a:defRPr sz="800" cap="none">
                <a:solidFill>
                  <a:schemeClr val="lt2"/>
                </a:solidFill>
                <a:latin typeface="Raleway"/>
                <a:ea typeface="Raleway"/>
                <a:cs typeface="Raleway"/>
                <a:sym typeface="Raleway"/>
              </a:defRPr>
            </a:lvl5pPr>
            <a:lvl6pPr indent="0" lvl="5" marL="0" algn="r">
              <a:spcBef>
                <a:spcPts val="0"/>
              </a:spcBef>
              <a:buNone/>
              <a:defRPr sz="800" cap="none">
                <a:solidFill>
                  <a:schemeClr val="lt2"/>
                </a:solidFill>
                <a:latin typeface="Raleway"/>
                <a:ea typeface="Raleway"/>
                <a:cs typeface="Raleway"/>
                <a:sym typeface="Raleway"/>
              </a:defRPr>
            </a:lvl6pPr>
            <a:lvl7pPr indent="0" lvl="6" marL="0" algn="r">
              <a:spcBef>
                <a:spcPts val="0"/>
              </a:spcBef>
              <a:buNone/>
              <a:defRPr sz="800" cap="none">
                <a:solidFill>
                  <a:schemeClr val="lt2"/>
                </a:solidFill>
                <a:latin typeface="Raleway"/>
                <a:ea typeface="Raleway"/>
                <a:cs typeface="Raleway"/>
                <a:sym typeface="Raleway"/>
              </a:defRPr>
            </a:lvl7pPr>
            <a:lvl8pPr indent="0" lvl="7" marL="0" algn="r">
              <a:spcBef>
                <a:spcPts val="0"/>
              </a:spcBef>
              <a:buNone/>
              <a:defRPr sz="800" cap="none">
                <a:solidFill>
                  <a:schemeClr val="lt2"/>
                </a:solidFill>
                <a:latin typeface="Raleway"/>
                <a:ea typeface="Raleway"/>
                <a:cs typeface="Raleway"/>
                <a:sym typeface="Raleway"/>
              </a:defRPr>
            </a:lvl8pPr>
            <a:lvl9pPr indent="0" lvl="8" marL="0" algn="r">
              <a:spcBef>
                <a:spcPts val="0"/>
              </a:spcBef>
              <a:buNone/>
              <a:defRPr sz="800" cap="none">
                <a:solidFill>
                  <a:schemeClr val="lt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609" name="Google Shape;609;p60"/>
          <p:cNvSpPr/>
          <p:nvPr/>
        </p:nvSpPr>
        <p:spPr>
          <a:xfrm rot="-1478535">
            <a:off x="133240" y="-511960"/>
            <a:ext cx="11869900" cy="8151176"/>
          </a:xfrm>
          <a:custGeom>
            <a:rect b="b" l="l" r="r" t="t"/>
            <a:pathLst>
              <a:path extrusionOk="0" h="8151176" w="11869900">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rgbClr val="E2B29C">
              <a:alpha val="3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Statement 3">
    <p:bg>
      <p:bgPr>
        <a:solidFill>
          <a:schemeClr val="accent1"/>
        </a:solidFill>
      </p:bgPr>
    </p:bg>
    <p:spTree>
      <p:nvGrpSpPr>
        <p:cNvPr id="610" name="Shape 610"/>
        <p:cNvGrpSpPr/>
        <p:nvPr/>
      </p:nvGrpSpPr>
      <p:grpSpPr>
        <a:xfrm>
          <a:off x="0" y="0"/>
          <a:ext cx="0" cy="0"/>
          <a:chOff x="0" y="0"/>
          <a:chExt cx="0" cy="0"/>
        </a:xfrm>
      </p:grpSpPr>
      <p:sp>
        <p:nvSpPr>
          <p:cNvPr id="611" name="Google Shape;611;p61"/>
          <p:cNvSpPr/>
          <p:nvPr/>
        </p:nvSpPr>
        <p:spPr>
          <a:xfrm rot="9044054">
            <a:off x="2473238" y="5669367"/>
            <a:ext cx="1325608" cy="646801"/>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7F5F1"/>
              </a:solidFill>
              <a:latin typeface="Raleway"/>
              <a:ea typeface="Raleway"/>
              <a:cs typeface="Raleway"/>
              <a:sym typeface="Raleway"/>
            </a:endParaRPr>
          </a:p>
        </p:txBody>
      </p:sp>
      <p:sp>
        <p:nvSpPr>
          <p:cNvPr id="612" name="Google Shape;612;p61"/>
          <p:cNvSpPr txBox="1"/>
          <p:nvPr>
            <p:ph type="title"/>
          </p:nvPr>
        </p:nvSpPr>
        <p:spPr>
          <a:xfrm>
            <a:off x="700790" y="-944880"/>
            <a:ext cx="10388366" cy="807720"/>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4400"/>
              <a:buFont typeface="JasmineUPC"/>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3" name="Google Shape;613;p61"/>
          <p:cNvSpPr txBox="1"/>
          <p:nvPr>
            <p:ph idx="1" type="body"/>
          </p:nvPr>
        </p:nvSpPr>
        <p:spPr>
          <a:xfrm>
            <a:off x="4891361" y="1090699"/>
            <a:ext cx="6111256" cy="4445397"/>
          </a:xfrm>
          <a:prstGeom prst="rect">
            <a:avLst/>
          </a:prstGeom>
          <a:noFill/>
          <a:ln>
            <a:noFill/>
          </a:ln>
        </p:spPr>
        <p:txBody>
          <a:bodyPr anchorCtr="0" anchor="ctr" bIns="45700" lIns="91425" spcFirstLastPara="1" rIns="91425" wrap="square" tIns="45700">
            <a:noAutofit/>
          </a:bodyPr>
          <a:lstStyle>
            <a:lvl1pPr indent="-228600" lvl="0" marL="457200" algn="l">
              <a:lnSpc>
                <a:spcPct val="55000"/>
              </a:lnSpc>
              <a:spcBef>
                <a:spcPts val="1000"/>
              </a:spcBef>
              <a:spcAft>
                <a:spcPts val="0"/>
              </a:spcAft>
              <a:buClr>
                <a:schemeClr val="lt2"/>
              </a:buClr>
              <a:buSzPts val="7200"/>
              <a:buNone/>
              <a:defRPr b="1" sz="7200">
                <a:solidFill>
                  <a:schemeClr val="lt2"/>
                </a:solidFill>
                <a:latin typeface="JasmineUPC"/>
                <a:ea typeface="JasmineUPC"/>
                <a:cs typeface="JasmineUPC"/>
                <a:sym typeface="JasmineUPC"/>
              </a:defRPr>
            </a:lvl1pPr>
            <a:lvl2pPr indent="-228600" lvl="1" marL="914400" algn="l">
              <a:lnSpc>
                <a:spcPct val="55000"/>
              </a:lnSpc>
              <a:spcBef>
                <a:spcPts val="500"/>
              </a:spcBef>
              <a:spcAft>
                <a:spcPts val="0"/>
              </a:spcAft>
              <a:buClr>
                <a:schemeClr val="lt2"/>
              </a:buClr>
              <a:buSzPts val="7200"/>
              <a:buNone/>
              <a:defRPr b="1" sz="7200">
                <a:solidFill>
                  <a:schemeClr val="lt2"/>
                </a:solidFill>
                <a:latin typeface="JasmineUPC"/>
                <a:ea typeface="JasmineUPC"/>
                <a:cs typeface="JasmineUPC"/>
                <a:sym typeface="JasmineUPC"/>
              </a:defRPr>
            </a:lvl2pPr>
            <a:lvl3pPr indent="-228600" lvl="2" marL="1371600" algn="l">
              <a:lnSpc>
                <a:spcPct val="55000"/>
              </a:lnSpc>
              <a:spcBef>
                <a:spcPts val="500"/>
              </a:spcBef>
              <a:spcAft>
                <a:spcPts val="0"/>
              </a:spcAft>
              <a:buClr>
                <a:schemeClr val="lt2"/>
              </a:buClr>
              <a:buSzPts val="7200"/>
              <a:buNone/>
              <a:defRPr b="1" sz="7200">
                <a:solidFill>
                  <a:schemeClr val="lt2"/>
                </a:solidFill>
                <a:latin typeface="JasmineUPC"/>
                <a:ea typeface="JasmineUPC"/>
                <a:cs typeface="JasmineUPC"/>
                <a:sym typeface="JasmineUPC"/>
              </a:defRPr>
            </a:lvl3pPr>
            <a:lvl4pPr indent="-228600" lvl="3" marL="1828800" algn="l">
              <a:lnSpc>
                <a:spcPct val="55000"/>
              </a:lnSpc>
              <a:spcBef>
                <a:spcPts val="500"/>
              </a:spcBef>
              <a:spcAft>
                <a:spcPts val="0"/>
              </a:spcAft>
              <a:buClr>
                <a:schemeClr val="lt2"/>
              </a:buClr>
              <a:buSzPts val="7200"/>
              <a:buNone/>
              <a:defRPr b="1" sz="7200">
                <a:solidFill>
                  <a:schemeClr val="lt2"/>
                </a:solidFill>
                <a:latin typeface="JasmineUPC"/>
                <a:ea typeface="JasmineUPC"/>
                <a:cs typeface="JasmineUPC"/>
                <a:sym typeface="JasmineUPC"/>
              </a:defRPr>
            </a:lvl4pPr>
            <a:lvl5pPr indent="-228600" lvl="4" marL="2286000" algn="l">
              <a:lnSpc>
                <a:spcPct val="55000"/>
              </a:lnSpc>
              <a:spcBef>
                <a:spcPts val="500"/>
              </a:spcBef>
              <a:spcAft>
                <a:spcPts val="0"/>
              </a:spcAft>
              <a:buClr>
                <a:schemeClr val="lt2"/>
              </a:buClr>
              <a:buSzPts val="7200"/>
              <a:buNone/>
              <a:defRPr b="1" sz="7200">
                <a:solidFill>
                  <a:schemeClr val="lt2"/>
                </a:solidFill>
                <a:latin typeface="JasmineUPC"/>
                <a:ea typeface="JasmineUPC"/>
                <a:cs typeface="JasmineUPC"/>
                <a:sym typeface="JasmineUPC"/>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14" name="Google Shape;614;p61"/>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5" name="Google Shape;615;p61"/>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6" name="Google Shape;616;p61"/>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lt2"/>
                </a:solidFill>
                <a:latin typeface="Raleway"/>
                <a:ea typeface="Raleway"/>
                <a:cs typeface="Raleway"/>
                <a:sym typeface="Raleway"/>
              </a:defRPr>
            </a:lvl1pPr>
            <a:lvl2pPr indent="0" lvl="1" marL="0" algn="r">
              <a:spcBef>
                <a:spcPts val="0"/>
              </a:spcBef>
              <a:buNone/>
              <a:defRPr sz="800" cap="none">
                <a:solidFill>
                  <a:schemeClr val="lt2"/>
                </a:solidFill>
                <a:latin typeface="Raleway"/>
                <a:ea typeface="Raleway"/>
                <a:cs typeface="Raleway"/>
                <a:sym typeface="Raleway"/>
              </a:defRPr>
            </a:lvl2pPr>
            <a:lvl3pPr indent="0" lvl="2" marL="0" algn="r">
              <a:spcBef>
                <a:spcPts val="0"/>
              </a:spcBef>
              <a:buNone/>
              <a:defRPr sz="800" cap="none">
                <a:solidFill>
                  <a:schemeClr val="lt2"/>
                </a:solidFill>
                <a:latin typeface="Raleway"/>
                <a:ea typeface="Raleway"/>
                <a:cs typeface="Raleway"/>
                <a:sym typeface="Raleway"/>
              </a:defRPr>
            </a:lvl3pPr>
            <a:lvl4pPr indent="0" lvl="3" marL="0" algn="r">
              <a:spcBef>
                <a:spcPts val="0"/>
              </a:spcBef>
              <a:buNone/>
              <a:defRPr sz="800" cap="none">
                <a:solidFill>
                  <a:schemeClr val="lt2"/>
                </a:solidFill>
                <a:latin typeface="Raleway"/>
                <a:ea typeface="Raleway"/>
                <a:cs typeface="Raleway"/>
                <a:sym typeface="Raleway"/>
              </a:defRPr>
            </a:lvl4pPr>
            <a:lvl5pPr indent="0" lvl="4" marL="0" algn="r">
              <a:spcBef>
                <a:spcPts val="0"/>
              </a:spcBef>
              <a:buNone/>
              <a:defRPr sz="800" cap="none">
                <a:solidFill>
                  <a:schemeClr val="lt2"/>
                </a:solidFill>
                <a:latin typeface="Raleway"/>
                <a:ea typeface="Raleway"/>
                <a:cs typeface="Raleway"/>
                <a:sym typeface="Raleway"/>
              </a:defRPr>
            </a:lvl5pPr>
            <a:lvl6pPr indent="0" lvl="5" marL="0" algn="r">
              <a:spcBef>
                <a:spcPts val="0"/>
              </a:spcBef>
              <a:buNone/>
              <a:defRPr sz="800" cap="none">
                <a:solidFill>
                  <a:schemeClr val="lt2"/>
                </a:solidFill>
                <a:latin typeface="Raleway"/>
                <a:ea typeface="Raleway"/>
                <a:cs typeface="Raleway"/>
                <a:sym typeface="Raleway"/>
              </a:defRPr>
            </a:lvl6pPr>
            <a:lvl7pPr indent="0" lvl="6" marL="0" algn="r">
              <a:spcBef>
                <a:spcPts val="0"/>
              </a:spcBef>
              <a:buNone/>
              <a:defRPr sz="800" cap="none">
                <a:solidFill>
                  <a:schemeClr val="lt2"/>
                </a:solidFill>
                <a:latin typeface="Raleway"/>
                <a:ea typeface="Raleway"/>
                <a:cs typeface="Raleway"/>
                <a:sym typeface="Raleway"/>
              </a:defRPr>
            </a:lvl7pPr>
            <a:lvl8pPr indent="0" lvl="7" marL="0" algn="r">
              <a:spcBef>
                <a:spcPts val="0"/>
              </a:spcBef>
              <a:buNone/>
              <a:defRPr sz="800" cap="none">
                <a:solidFill>
                  <a:schemeClr val="lt2"/>
                </a:solidFill>
                <a:latin typeface="Raleway"/>
                <a:ea typeface="Raleway"/>
                <a:cs typeface="Raleway"/>
                <a:sym typeface="Raleway"/>
              </a:defRPr>
            </a:lvl8pPr>
            <a:lvl9pPr indent="0" lvl="8" marL="0" algn="r">
              <a:spcBef>
                <a:spcPts val="0"/>
              </a:spcBef>
              <a:buNone/>
              <a:defRPr sz="800" cap="none">
                <a:solidFill>
                  <a:schemeClr val="lt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617" name="Google Shape;617;p61"/>
          <p:cNvSpPr/>
          <p:nvPr/>
        </p:nvSpPr>
        <p:spPr>
          <a:xfrm rot="-325235">
            <a:off x="16152" y="4739758"/>
            <a:ext cx="1416923" cy="1344566"/>
          </a:xfrm>
          <a:custGeom>
            <a:rect b="b" l="l" r="r" t="t"/>
            <a:pathLst>
              <a:path extrusionOk="0" h="4841960" w="5102527">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7F5F1"/>
              </a:solidFill>
              <a:latin typeface="Raleway"/>
              <a:ea typeface="Raleway"/>
              <a:cs typeface="Raleway"/>
              <a:sym typeface="Raleway"/>
            </a:endParaRPr>
          </a:p>
        </p:txBody>
      </p:sp>
      <p:sp>
        <p:nvSpPr>
          <p:cNvPr id="618" name="Google Shape;618;p61"/>
          <p:cNvSpPr/>
          <p:nvPr/>
        </p:nvSpPr>
        <p:spPr>
          <a:xfrm rot="1025276">
            <a:off x="1405047" y="3090014"/>
            <a:ext cx="1180511" cy="1064422"/>
          </a:xfrm>
          <a:custGeom>
            <a:rect b="b" l="l" r="r" t="t"/>
            <a:pathLst>
              <a:path extrusionOk="0" h="1137901" w="1262004">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7F5F1"/>
              </a:solidFill>
              <a:latin typeface="Raleway"/>
              <a:ea typeface="Raleway"/>
              <a:cs typeface="Raleway"/>
              <a:sym typeface="Raleway"/>
            </a:endParaRPr>
          </a:p>
        </p:txBody>
      </p:sp>
      <p:sp>
        <p:nvSpPr>
          <p:cNvPr id="619" name="Google Shape;619;p61"/>
          <p:cNvSpPr/>
          <p:nvPr/>
        </p:nvSpPr>
        <p:spPr>
          <a:xfrm rot="2913124">
            <a:off x="-143825" y="1465002"/>
            <a:ext cx="1029192" cy="1012600"/>
          </a:xfrm>
          <a:custGeom>
            <a:rect b="b" l="l" r="r" t="t"/>
            <a:pathLst>
              <a:path extrusionOk="0" h="1086017" w="1103812">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7F5F1"/>
              </a:solidFill>
              <a:latin typeface="Raleway"/>
              <a:ea typeface="Raleway"/>
              <a:cs typeface="Raleway"/>
              <a:sym typeface="Raleway"/>
            </a:endParaRPr>
          </a:p>
        </p:txBody>
      </p:sp>
      <p:sp>
        <p:nvSpPr>
          <p:cNvPr id="620" name="Google Shape;620;p61"/>
          <p:cNvSpPr/>
          <p:nvPr/>
        </p:nvSpPr>
        <p:spPr>
          <a:xfrm flipH="1" rot="1803749">
            <a:off x="2425665" y="1620126"/>
            <a:ext cx="1320623" cy="722418"/>
          </a:xfrm>
          <a:custGeom>
            <a:rect b="b" l="l" r="r" t="t"/>
            <a:pathLst>
              <a:path extrusionOk="0" h="1266376" w="2315009">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7F5F1"/>
              </a:solidFill>
              <a:latin typeface="Raleway"/>
              <a:ea typeface="Raleway"/>
              <a:cs typeface="Raleway"/>
              <a:sym typeface="Raleway"/>
            </a:endParaRPr>
          </a:p>
        </p:txBody>
      </p:sp>
      <p:sp>
        <p:nvSpPr>
          <p:cNvPr id="621" name="Google Shape;621;p61"/>
          <p:cNvSpPr/>
          <p:nvPr/>
        </p:nvSpPr>
        <p:spPr>
          <a:xfrm rot="-6335462">
            <a:off x="1082711" y="-42791"/>
            <a:ext cx="1043490" cy="1082003"/>
          </a:xfrm>
          <a:custGeom>
            <a:rect b="b" l="l" r="r" t="t"/>
            <a:pathLst>
              <a:path extrusionOk="0" h="1082003" w="1043490">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Statement 4">
    <p:bg>
      <p:bgPr>
        <a:solidFill>
          <a:schemeClr val="lt2"/>
        </a:solidFill>
      </p:bgPr>
    </p:bg>
    <p:spTree>
      <p:nvGrpSpPr>
        <p:cNvPr id="622" name="Shape 622"/>
        <p:cNvGrpSpPr/>
        <p:nvPr/>
      </p:nvGrpSpPr>
      <p:grpSpPr>
        <a:xfrm>
          <a:off x="0" y="0"/>
          <a:ext cx="0" cy="0"/>
          <a:chOff x="0" y="0"/>
          <a:chExt cx="0" cy="0"/>
        </a:xfrm>
      </p:grpSpPr>
      <p:sp>
        <p:nvSpPr>
          <p:cNvPr id="623" name="Google Shape;623;p62"/>
          <p:cNvSpPr/>
          <p:nvPr/>
        </p:nvSpPr>
        <p:spPr>
          <a:xfrm>
            <a:off x="0" y="0"/>
            <a:ext cx="12192000" cy="6858000"/>
          </a:xfrm>
          <a:prstGeom prst="rect">
            <a:avLst/>
          </a:prstGeom>
          <a:solidFill>
            <a:srgbClr val="E5DED1">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624" name="Google Shape;624;p62"/>
          <p:cNvSpPr/>
          <p:nvPr/>
        </p:nvSpPr>
        <p:spPr>
          <a:xfrm rot="9044054">
            <a:off x="2473238" y="5669367"/>
            <a:ext cx="1325608" cy="646801"/>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25" name="Google Shape;625;p62"/>
          <p:cNvSpPr txBox="1"/>
          <p:nvPr>
            <p:ph type="title"/>
          </p:nvPr>
        </p:nvSpPr>
        <p:spPr>
          <a:xfrm>
            <a:off x="700790" y="-944880"/>
            <a:ext cx="10388366" cy="807720"/>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6" name="Google Shape;626;p62"/>
          <p:cNvSpPr txBox="1"/>
          <p:nvPr>
            <p:ph idx="1" type="body"/>
          </p:nvPr>
        </p:nvSpPr>
        <p:spPr>
          <a:xfrm>
            <a:off x="4891361" y="1090699"/>
            <a:ext cx="6111256" cy="4445397"/>
          </a:xfrm>
          <a:prstGeom prst="rect">
            <a:avLst/>
          </a:prstGeom>
          <a:noFill/>
          <a:ln>
            <a:noFill/>
          </a:ln>
        </p:spPr>
        <p:txBody>
          <a:bodyPr anchorCtr="0" anchor="ctr" bIns="45700" lIns="91425" spcFirstLastPara="1" rIns="91425" wrap="square" tIns="45700">
            <a:noAutofit/>
          </a:bodyPr>
          <a:lstStyle>
            <a:lvl1pPr indent="-228600" lvl="0" marL="457200" algn="l">
              <a:lnSpc>
                <a:spcPct val="55000"/>
              </a:lnSpc>
              <a:spcBef>
                <a:spcPts val="1000"/>
              </a:spcBef>
              <a:spcAft>
                <a:spcPts val="0"/>
              </a:spcAft>
              <a:buClr>
                <a:schemeClr val="dk2"/>
              </a:buClr>
              <a:buSzPts val="7200"/>
              <a:buNone/>
              <a:defRPr b="1" sz="7200">
                <a:solidFill>
                  <a:schemeClr val="dk2"/>
                </a:solidFill>
                <a:latin typeface="JasmineUPC"/>
                <a:ea typeface="JasmineUPC"/>
                <a:cs typeface="JasmineUPC"/>
                <a:sym typeface="JasmineUPC"/>
              </a:defRPr>
            </a:lvl1pPr>
            <a:lvl2pPr indent="-228600" lvl="1" marL="914400" algn="l">
              <a:lnSpc>
                <a:spcPct val="55000"/>
              </a:lnSpc>
              <a:spcBef>
                <a:spcPts val="500"/>
              </a:spcBef>
              <a:spcAft>
                <a:spcPts val="0"/>
              </a:spcAft>
              <a:buClr>
                <a:schemeClr val="dk2"/>
              </a:buClr>
              <a:buSzPts val="7200"/>
              <a:buNone/>
              <a:defRPr b="1" sz="7200">
                <a:solidFill>
                  <a:schemeClr val="dk2"/>
                </a:solidFill>
                <a:latin typeface="JasmineUPC"/>
                <a:ea typeface="JasmineUPC"/>
                <a:cs typeface="JasmineUPC"/>
                <a:sym typeface="JasmineUPC"/>
              </a:defRPr>
            </a:lvl2pPr>
            <a:lvl3pPr indent="-228600" lvl="2" marL="1371600" algn="l">
              <a:lnSpc>
                <a:spcPct val="55000"/>
              </a:lnSpc>
              <a:spcBef>
                <a:spcPts val="500"/>
              </a:spcBef>
              <a:spcAft>
                <a:spcPts val="0"/>
              </a:spcAft>
              <a:buClr>
                <a:schemeClr val="dk2"/>
              </a:buClr>
              <a:buSzPts val="7200"/>
              <a:buNone/>
              <a:defRPr b="1" sz="7200">
                <a:solidFill>
                  <a:schemeClr val="dk2"/>
                </a:solidFill>
                <a:latin typeface="JasmineUPC"/>
                <a:ea typeface="JasmineUPC"/>
                <a:cs typeface="JasmineUPC"/>
                <a:sym typeface="JasmineUPC"/>
              </a:defRPr>
            </a:lvl3pPr>
            <a:lvl4pPr indent="-228600" lvl="3" marL="1828800" algn="l">
              <a:lnSpc>
                <a:spcPct val="55000"/>
              </a:lnSpc>
              <a:spcBef>
                <a:spcPts val="500"/>
              </a:spcBef>
              <a:spcAft>
                <a:spcPts val="0"/>
              </a:spcAft>
              <a:buClr>
                <a:schemeClr val="dk2"/>
              </a:buClr>
              <a:buSzPts val="7200"/>
              <a:buNone/>
              <a:defRPr b="1" sz="7200">
                <a:solidFill>
                  <a:schemeClr val="dk2"/>
                </a:solidFill>
                <a:latin typeface="JasmineUPC"/>
                <a:ea typeface="JasmineUPC"/>
                <a:cs typeface="JasmineUPC"/>
                <a:sym typeface="JasmineUPC"/>
              </a:defRPr>
            </a:lvl4pPr>
            <a:lvl5pPr indent="-228600" lvl="4" marL="2286000" algn="l">
              <a:lnSpc>
                <a:spcPct val="55000"/>
              </a:lnSpc>
              <a:spcBef>
                <a:spcPts val="500"/>
              </a:spcBef>
              <a:spcAft>
                <a:spcPts val="0"/>
              </a:spcAft>
              <a:buClr>
                <a:schemeClr val="dk2"/>
              </a:buClr>
              <a:buSzPts val="7200"/>
              <a:buNone/>
              <a:defRPr b="1" sz="7200">
                <a:solidFill>
                  <a:schemeClr val="dk2"/>
                </a:solidFill>
                <a:latin typeface="JasmineUPC"/>
                <a:ea typeface="JasmineUPC"/>
                <a:cs typeface="JasmineUPC"/>
                <a:sym typeface="JasmineUP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7" name="Google Shape;627;p62"/>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8" name="Google Shape;628;p62"/>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9" name="Google Shape;629;p62"/>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2"/>
                </a:solidFill>
                <a:latin typeface="Raleway"/>
                <a:ea typeface="Raleway"/>
                <a:cs typeface="Raleway"/>
                <a:sym typeface="Raleway"/>
              </a:defRPr>
            </a:lvl1pPr>
            <a:lvl2pPr indent="0" lvl="1" marL="0" algn="r">
              <a:spcBef>
                <a:spcPts val="0"/>
              </a:spcBef>
              <a:buNone/>
              <a:defRPr sz="800" cap="none">
                <a:solidFill>
                  <a:schemeClr val="dk2"/>
                </a:solidFill>
                <a:latin typeface="Raleway"/>
                <a:ea typeface="Raleway"/>
                <a:cs typeface="Raleway"/>
                <a:sym typeface="Raleway"/>
              </a:defRPr>
            </a:lvl2pPr>
            <a:lvl3pPr indent="0" lvl="2" marL="0" algn="r">
              <a:spcBef>
                <a:spcPts val="0"/>
              </a:spcBef>
              <a:buNone/>
              <a:defRPr sz="800" cap="none">
                <a:solidFill>
                  <a:schemeClr val="dk2"/>
                </a:solidFill>
                <a:latin typeface="Raleway"/>
                <a:ea typeface="Raleway"/>
                <a:cs typeface="Raleway"/>
                <a:sym typeface="Raleway"/>
              </a:defRPr>
            </a:lvl3pPr>
            <a:lvl4pPr indent="0" lvl="3" marL="0" algn="r">
              <a:spcBef>
                <a:spcPts val="0"/>
              </a:spcBef>
              <a:buNone/>
              <a:defRPr sz="800" cap="none">
                <a:solidFill>
                  <a:schemeClr val="dk2"/>
                </a:solidFill>
                <a:latin typeface="Raleway"/>
                <a:ea typeface="Raleway"/>
                <a:cs typeface="Raleway"/>
                <a:sym typeface="Raleway"/>
              </a:defRPr>
            </a:lvl4pPr>
            <a:lvl5pPr indent="0" lvl="4" marL="0" algn="r">
              <a:spcBef>
                <a:spcPts val="0"/>
              </a:spcBef>
              <a:buNone/>
              <a:defRPr sz="800" cap="none">
                <a:solidFill>
                  <a:schemeClr val="dk2"/>
                </a:solidFill>
                <a:latin typeface="Raleway"/>
                <a:ea typeface="Raleway"/>
                <a:cs typeface="Raleway"/>
                <a:sym typeface="Raleway"/>
              </a:defRPr>
            </a:lvl5pPr>
            <a:lvl6pPr indent="0" lvl="5" marL="0" algn="r">
              <a:spcBef>
                <a:spcPts val="0"/>
              </a:spcBef>
              <a:buNone/>
              <a:defRPr sz="800" cap="none">
                <a:solidFill>
                  <a:schemeClr val="dk2"/>
                </a:solidFill>
                <a:latin typeface="Raleway"/>
                <a:ea typeface="Raleway"/>
                <a:cs typeface="Raleway"/>
                <a:sym typeface="Raleway"/>
              </a:defRPr>
            </a:lvl6pPr>
            <a:lvl7pPr indent="0" lvl="6" marL="0" algn="r">
              <a:spcBef>
                <a:spcPts val="0"/>
              </a:spcBef>
              <a:buNone/>
              <a:defRPr sz="800" cap="none">
                <a:solidFill>
                  <a:schemeClr val="dk2"/>
                </a:solidFill>
                <a:latin typeface="Raleway"/>
                <a:ea typeface="Raleway"/>
                <a:cs typeface="Raleway"/>
                <a:sym typeface="Raleway"/>
              </a:defRPr>
            </a:lvl7pPr>
            <a:lvl8pPr indent="0" lvl="7" marL="0" algn="r">
              <a:spcBef>
                <a:spcPts val="0"/>
              </a:spcBef>
              <a:buNone/>
              <a:defRPr sz="800" cap="none">
                <a:solidFill>
                  <a:schemeClr val="dk2"/>
                </a:solidFill>
                <a:latin typeface="Raleway"/>
                <a:ea typeface="Raleway"/>
                <a:cs typeface="Raleway"/>
                <a:sym typeface="Raleway"/>
              </a:defRPr>
            </a:lvl8pPr>
            <a:lvl9pPr indent="0" lvl="8" marL="0" algn="r">
              <a:spcBef>
                <a:spcPts val="0"/>
              </a:spcBef>
              <a:buNone/>
              <a:defRPr sz="800" cap="non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630" name="Google Shape;630;p62"/>
          <p:cNvSpPr/>
          <p:nvPr/>
        </p:nvSpPr>
        <p:spPr>
          <a:xfrm rot="-325235">
            <a:off x="199617" y="4736505"/>
            <a:ext cx="1416923" cy="1344566"/>
          </a:xfrm>
          <a:custGeom>
            <a:rect b="b" l="l" r="r" t="t"/>
            <a:pathLst>
              <a:path extrusionOk="0" h="4841960" w="5102527">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31" name="Google Shape;631;p62"/>
          <p:cNvSpPr/>
          <p:nvPr/>
        </p:nvSpPr>
        <p:spPr>
          <a:xfrm rot="1025276">
            <a:off x="1405047" y="3090014"/>
            <a:ext cx="1180511" cy="1064422"/>
          </a:xfrm>
          <a:custGeom>
            <a:rect b="b" l="l" r="r" t="t"/>
            <a:pathLst>
              <a:path extrusionOk="0" h="1137901" w="1262004">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32" name="Google Shape;632;p62"/>
          <p:cNvSpPr/>
          <p:nvPr/>
        </p:nvSpPr>
        <p:spPr>
          <a:xfrm rot="2913124">
            <a:off x="-143825" y="1465002"/>
            <a:ext cx="1029192" cy="1012600"/>
          </a:xfrm>
          <a:custGeom>
            <a:rect b="b" l="l" r="r" t="t"/>
            <a:pathLst>
              <a:path extrusionOk="0" h="1086017" w="1103812">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33" name="Google Shape;633;p62"/>
          <p:cNvSpPr/>
          <p:nvPr/>
        </p:nvSpPr>
        <p:spPr>
          <a:xfrm flipH="1" rot="1803749">
            <a:off x="2425665" y="1620126"/>
            <a:ext cx="1320623" cy="722418"/>
          </a:xfrm>
          <a:custGeom>
            <a:rect b="b" l="l" r="r" t="t"/>
            <a:pathLst>
              <a:path extrusionOk="0" h="1266376" w="2315009">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34" name="Google Shape;634;p62"/>
          <p:cNvSpPr/>
          <p:nvPr/>
        </p:nvSpPr>
        <p:spPr>
          <a:xfrm rot="235225">
            <a:off x="1160881" y="-14733"/>
            <a:ext cx="1073939" cy="938762"/>
          </a:xfrm>
          <a:custGeom>
            <a:rect b="b" l="l" r="r" t="t"/>
            <a:pathLst>
              <a:path extrusionOk="0" h="938762" w="1073939">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solidFill>
          <a:schemeClr val="lt2"/>
        </a:solidFill>
      </p:bgPr>
    </p:bg>
    <p:spTree>
      <p:nvGrpSpPr>
        <p:cNvPr id="635" name="Shape 635"/>
        <p:cNvGrpSpPr/>
        <p:nvPr/>
      </p:nvGrpSpPr>
      <p:grpSpPr>
        <a:xfrm>
          <a:off x="0" y="0"/>
          <a:ext cx="0" cy="0"/>
          <a:chOff x="0" y="0"/>
          <a:chExt cx="0" cy="0"/>
        </a:xfrm>
      </p:grpSpPr>
      <p:sp>
        <p:nvSpPr>
          <p:cNvPr id="636" name="Google Shape;636;p63"/>
          <p:cNvSpPr/>
          <p:nvPr/>
        </p:nvSpPr>
        <p:spPr>
          <a:xfrm rot="-3014437">
            <a:off x="10241755" y="4995728"/>
            <a:ext cx="1858039" cy="1910197"/>
          </a:xfrm>
          <a:custGeom>
            <a:rect b="b" l="l" r="r" t="t"/>
            <a:pathLst>
              <a:path extrusionOk="0" h="2891892" w="2812930">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37" name="Google Shape;637;p63"/>
          <p:cNvSpPr txBox="1"/>
          <p:nvPr>
            <p:ph type="title"/>
          </p:nvPr>
        </p:nvSpPr>
        <p:spPr>
          <a:xfrm>
            <a:off x="700790" y="5270513"/>
            <a:ext cx="6816291" cy="807720"/>
          </a:xfrm>
          <a:prstGeom prst="rect">
            <a:avLst/>
          </a:prstGeom>
          <a:noFill/>
          <a:ln>
            <a:noFill/>
          </a:ln>
        </p:spPr>
        <p:txBody>
          <a:bodyPr anchorCtr="0" anchor="ctr" bIns="45700" lIns="91425" spcFirstLastPara="1" rIns="91425" wrap="square" tIns="45700">
            <a:normAutofit/>
          </a:bodyPr>
          <a:lstStyle>
            <a:lvl1pPr lvl="0" algn="l">
              <a:lnSpc>
                <a:spcPct val="55000"/>
              </a:lnSpc>
              <a:spcBef>
                <a:spcPts val="0"/>
              </a:spcBef>
              <a:spcAft>
                <a:spcPts val="0"/>
              </a:spcAft>
              <a:buClr>
                <a:schemeClr val="dk2"/>
              </a:buClr>
              <a:buSzPts val="3600"/>
              <a:buFont typeface="JasmineUPC"/>
              <a:buNone/>
              <a:defRPr sz="3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8" name="Google Shape;638;p63"/>
          <p:cNvSpPr txBox="1"/>
          <p:nvPr>
            <p:ph idx="1" type="body"/>
          </p:nvPr>
        </p:nvSpPr>
        <p:spPr>
          <a:xfrm>
            <a:off x="685802" y="1375079"/>
            <a:ext cx="7394054" cy="320168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4400"/>
              <a:buNone/>
              <a:defRPr sz="4400"/>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9" name="Google Shape;639;p63"/>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0" name="Google Shape;640;p63"/>
          <p:cNvSpPr txBox="1"/>
          <p:nvPr>
            <p:ph idx="10" type="dt"/>
          </p:nvPr>
        </p:nvSpPr>
        <p:spPr>
          <a:xfrm>
            <a:off x="5755125"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1" name="Google Shape;641;p63"/>
          <p:cNvSpPr txBox="1"/>
          <p:nvPr>
            <p:ph idx="12" type="sldNum"/>
          </p:nvPr>
        </p:nvSpPr>
        <p:spPr>
          <a:xfrm>
            <a:off x="8003516"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2"/>
                </a:solidFill>
                <a:latin typeface="Raleway"/>
                <a:ea typeface="Raleway"/>
                <a:cs typeface="Raleway"/>
                <a:sym typeface="Raleway"/>
              </a:defRPr>
            </a:lvl1pPr>
            <a:lvl2pPr indent="0" lvl="1" marL="0" algn="r">
              <a:spcBef>
                <a:spcPts val="0"/>
              </a:spcBef>
              <a:buNone/>
              <a:defRPr sz="800" cap="none">
                <a:solidFill>
                  <a:schemeClr val="dk2"/>
                </a:solidFill>
                <a:latin typeface="Raleway"/>
                <a:ea typeface="Raleway"/>
                <a:cs typeface="Raleway"/>
                <a:sym typeface="Raleway"/>
              </a:defRPr>
            </a:lvl2pPr>
            <a:lvl3pPr indent="0" lvl="2" marL="0" algn="r">
              <a:spcBef>
                <a:spcPts val="0"/>
              </a:spcBef>
              <a:buNone/>
              <a:defRPr sz="800" cap="none">
                <a:solidFill>
                  <a:schemeClr val="dk2"/>
                </a:solidFill>
                <a:latin typeface="Raleway"/>
                <a:ea typeface="Raleway"/>
                <a:cs typeface="Raleway"/>
                <a:sym typeface="Raleway"/>
              </a:defRPr>
            </a:lvl3pPr>
            <a:lvl4pPr indent="0" lvl="3" marL="0" algn="r">
              <a:spcBef>
                <a:spcPts val="0"/>
              </a:spcBef>
              <a:buNone/>
              <a:defRPr sz="800" cap="none">
                <a:solidFill>
                  <a:schemeClr val="dk2"/>
                </a:solidFill>
                <a:latin typeface="Raleway"/>
                <a:ea typeface="Raleway"/>
                <a:cs typeface="Raleway"/>
                <a:sym typeface="Raleway"/>
              </a:defRPr>
            </a:lvl4pPr>
            <a:lvl5pPr indent="0" lvl="4" marL="0" algn="r">
              <a:spcBef>
                <a:spcPts val="0"/>
              </a:spcBef>
              <a:buNone/>
              <a:defRPr sz="800" cap="none">
                <a:solidFill>
                  <a:schemeClr val="dk2"/>
                </a:solidFill>
                <a:latin typeface="Raleway"/>
                <a:ea typeface="Raleway"/>
                <a:cs typeface="Raleway"/>
                <a:sym typeface="Raleway"/>
              </a:defRPr>
            </a:lvl5pPr>
            <a:lvl6pPr indent="0" lvl="5" marL="0" algn="r">
              <a:spcBef>
                <a:spcPts val="0"/>
              </a:spcBef>
              <a:buNone/>
              <a:defRPr sz="800" cap="none">
                <a:solidFill>
                  <a:schemeClr val="dk2"/>
                </a:solidFill>
                <a:latin typeface="Raleway"/>
                <a:ea typeface="Raleway"/>
                <a:cs typeface="Raleway"/>
                <a:sym typeface="Raleway"/>
              </a:defRPr>
            </a:lvl6pPr>
            <a:lvl7pPr indent="0" lvl="6" marL="0" algn="r">
              <a:spcBef>
                <a:spcPts val="0"/>
              </a:spcBef>
              <a:buNone/>
              <a:defRPr sz="800" cap="none">
                <a:solidFill>
                  <a:schemeClr val="dk2"/>
                </a:solidFill>
                <a:latin typeface="Raleway"/>
                <a:ea typeface="Raleway"/>
                <a:cs typeface="Raleway"/>
                <a:sym typeface="Raleway"/>
              </a:defRPr>
            </a:lvl7pPr>
            <a:lvl8pPr indent="0" lvl="7" marL="0" algn="r">
              <a:spcBef>
                <a:spcPts val="0"/>
              </a:spcBef>
              <a:buNone/>
              <a:defRPr sz="800" cap="none">
                <a:solidFill>
                  <a:schemeClr val="dk2"/>
                </a:solidFill>
                <a:latin typeface="Raleway"/>
                <a:ea typeface="Raleway"/>
                <a:cs typeface="Raleway"/>
                <a:sym typeface="Raleway"/>
              </a:defRPr>
            </a:lvl8pPr>
            <a:lvl9pPr indent="0" lvl="8" marL="0" algn="r">
              <a:spcBef>
                <a:spcPts val="0"/>
              </a:spcBef>
              <a:buNone/>
              <a:defRPr sz="800" cap="non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642" name="Google Shape;642;p63"/>
          <p:cNvSpPr/>
          <p:nvPr/>
        </p:nvSpPr>
        <p:spPr>
          <a:xfrm rot="6910187">
            <a:off x="8540964" y="5072757"/>
            <a:ext cx="2167730" cy="1145130"/>
          </a:xfrm>
          <a:custGeom>
            <a:rect b="b" l="l" r="r" t="t"/>
            <a:pathLst>
              <a:path extrusionOk="0" h="1967436" w="3420134">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43" name="Google Shape;643;p63"/>
          <p:cNvSpPr/>
          <p:nvPr/>
        </p:nvSpPr>
        <p:spPr>
          <a:xfrm rot="-4885719">
            <a:off x="9934395" y="2992309"/>
            <a:ext cx="2033560" cy="2048828"/>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44" name="Google Shape;644;p63"/>
          <p:cNvSpPr/>
          <p:nvPr/>
        </p:nvSpPr>
        <p:spPr>
          <a:xfrm rot="5784107">
            <a:off x="11181008" y="6103856"/>
            <a:ext cx="124751" cy="137337"/>
          </a:xfrm>
          <a:prstGeom prst="ellipse">
            <a:avLst/>
          </a:prstGeom>
          <a:noFill/>
          <a:ln cap="flat"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645" name="Google Shape;645;p63"/>
          <p:cNvGrpSpPr/>
          <p:nvPr/>
        </p:nvGrpSpPr>
        <p:grpSpPr>
          <a:xfrm flipH="1" rot="784898">
            <a:off x="9400513" y="5490518"/>
            <a:ext cx="535742" cy="372558"/>
            <a:chOff x="9834754" y="669444"/>
            <a:chExt cx="761160" cy="529315"/>
          </a:xfrm>
        </p:grpSpPr>
        <p:sp>
          <p:nvSpPr>
            <p:cNvPr id="646" name="Google Shape;646;p63"/>
            <p:cNvSpPr/>
            <p:nvPr/>
          </p:nvSpPr>
          <p:spPr>
            <a:xfrm rot="5636109">
              <a:off x="10405736" y="633065"/>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47" name="Google Shape;647;p63"/>
            <p:cNvSpPr/>
            <p:nvPr/>
          </p:nvSpPr>
          <p:spPr>
            <a:xfrm flipH="1" rot="-5636109">
              <a:off x="9883433" y="661928"/>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48" name="Google Shape;648;p63"/>
            <p:cNvSpPr/>
            <p:nvPr/>
          </p:nvSpPr>
          <p:spPr>
            <a:xfrm>
              <a:off x="10099691" y="1099560"/>
              <a:ext cx="257366" cy="99199"/>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649" name="Google Shape;649;p63"/>
          <p:cNvGrpSpPr/>
          <p:nvPr/>
        </p:nvGrpSpPr>
        <p:grpSpPr>
          <a:xfrm flipH="1">
            <a:off x="10976408" y="5653421"/>
            <a:ext cx="591328" cy="277533"/>
            <a:chOff x="1148701" y="1742835"/>
            <a:chExt cx="715925" cy="336009"/>
          </a:xfrm>
        </p:grpSpPr>
        <p:sp>
          <p:nvSpPr>
            <p:cNvPr id="650" name="Google Shape;650;p63"/>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51" name="Google Shape;651;p63"/>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52" name="Google Shape;652;p63"/>
            <p:cNvSpPr/>
            <p:nvPr/>
          </p:nvSpPr>
          <p:spPr>
            <a:xfrm flipH="1" rot="10462796">
              <a:off x="1555261"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53" name="Google Shape;653;p63"/>
            <p:cNvSpPr/>
            <p:nvPr/>
          </p:nvSpPr>
          <p:spPr>
            <a:xfrm flipH="1" rot="7822065">
              <a:off x="1691040" y="1843586"/>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654" name="Google Shape;654;p63"/>
          <p:cNvGrpSpPr/>
          <p:nvPr/>
        </p:nvGrpSpPr>
        <p:grpSpPr>
          <a:xfrm rot="-471368">
            <a:off x="10710179" y="3942564"/>
            <a:ext cx="688256" cy="306609"/>
            <a:chOff x="10096975" y="5939226"/>
            <a:chExt cx="929806" cy="414217"/>
          </a:xfrm>
        </p:grpSpPr>
        <p:sp>
          <p:nvSpPr>
            <p:cNvPr id="655" name="Google Shape;655;p63"/>
            <p:cNvSpPr/>
            <p:nvPr/>
          </p:nvSpPr>
          <p:spPr>
            <a:xfrm>
              <a:off x="10655179" y="5944357"/>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56" name="Google Shape;656;p63"/>
            <p:cNvSpPr/>
            <p:nvPr/>
          </p:nvSpPr>
          <p:spPr>
            <a:xfrm>
              <a:off x="10273067" y="5939226"/>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57" name="Google Shape;657;p63"/>
            <p:cNvSpPr/>
            <p:nvPr/>
          </p:nvSpPr>
          <p:spPr>
            <a:xfrm>
              <a:off x="10096975" y="6085720"/>
              <a:ext cx="929806" cy="267723"/>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Quote 2">
    <p:bg>
      <p:bgPr>
        <a:solidFill>
          <a:schemeClr val="lt2"/>
        </a:solidFill>
      </p:bgPr>
    </p:bg>
    <p:spTree>
      <p:nvGrpSpPr>
        <p:cNvPr id="658" name="Shape 658"/>
        <p:cNvGrpSpPr/>
        <p:nvPr/>
      </p:nvGrpSpPr>
      <p:grpSpPr>
        <a:xfrm>
          <a:off x="0" y="0"/>
          <a:ext cx="0" cy="0"/>
          <a:chOff x="0" y="0"/>
          <a:chExt cx="0" cy="0"/>
        </a:xfrm>
      </p:grpSpPr>
      <p:sp>
        <p:nvSpPr>
          <p:cNvPr id="659" name="Google Shape;659;p64"/>
          <p:cNvSpPr txBox="1"/>
          <p:nvPr>
            <p:ph type="title"/>
          </p:nvPr>
        </p:nvSpPr>
        <p:spPr>
          <a:xfrm>
            <a:off x="699660" y="5587512"/>
            <a:ext cx="6129845" cy="532474"/>
          </a:xfrm>
          <a:prstGeom prst="rect">
            <a:avLst/>
          </a:prstGeom>
          <a:noFill/>
          <a:ln>
            <a:noFill/>
          </a:ln>
        </p:spPr>
        <p:txBody>
          <a:bodyPr anchorCtr="0" anchor="ctr" bIns="45700" lIns="91425" spcFirstLastPara="1" rIns="91425" wrap="square" tIns="45700">
            <a:normAutofit/>
          </a:bodyPr>
          <a:lstStyle>
            <a:lvl1pPr lvl="0" algn="l">
              <a:lnSpc>
                <a:spcPct val="55000"/>
              </a:lnSpc>
              <a:spcBef>
                <a:spcPts val="0"/>
              </a:spcBef>
              <a:spcAft>
                <a:spcPts val="0"/>
              </a:spcAft>
              <a:buClr>
                <a:schemeClr val="dk2"/>
              </a:buClr>
              <a:buSzPts val="1400"/>
              <a:buFont typeface="Raleway"/>
              <a:buNone/>
              <a:defRPr b="0" sz="1400" cap="none">
                <a:solidFill>
                  <a:schemeClr val="dk2"/>
                </a:solidFill>
                <a:latin typeface="Raleway"/>
                <a:ea typeface="Raleway"/>
                <a:cs typeface="Raleway"/>
                <a:sym typeface="Ralew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0" name="Google Shape;660;p64"/>
          <p:cNvSpPr/>
          <p:nvPr/>
        </p:nvSpPr>
        <p:spPr>
          <a:xfrm rot="10501542">
            <a:off x="9160369" y="5719090"/>
            <a:ext cx="2294401" cy="1139443"/>
          </a:xfrm>
          <a:custGeom>
            <a:rect b="b" l="l" r="r" t="t"/>
            <a:pathLst>
              <a:path extrusionOk="0" h="1560220" w="2879964">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61" name="Google Shape;661;p64"/>
          <p:cNvSpPr/>
          <p:nvPr/>
        </p:nvSpPr>
        <p:spPr>
          <a:xfrm>
            <a:off x="0" y="1"/>
            <a:ext cx="12192000" cy="5312413"/>
          </a:xfrm>
          <a:custGeom>
            <a:rect b="b" l="l" r="r" t="t"/>
            <a:pathLst>
              <a:path extrusionOk="0" h="5312413" w="12192000">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68A80"/>
              </a:solidFill>
              <a:latin typeface="Raleway"/>
              <a:ea typeface="Raleway"/>
              <a:cs typeface="Raleway"/>
              <a:sym typeface="Raleway"/>
            </a:endParaRPr>
          </a:p>
        </p:txBody>
      </p:sp>
      <p:sp>
        <p:nvSpPr>
          <p:cNvPr id="662" name="Google Shape;662;p64"/>
          <p:cNvSpPr txBox="1"/>
          <p:nvPr>
            <p:ph idx="1" type="body"/>
          </p:nvPr>
        </p:nvSpPr>
        <p:spPr>
          <a:xfrm>
            <a:off x="477838" y="630238"/>
            <a:ext cx="7751762" cy="3838602"/>
          </a:xfrm>
          <a:prstGeom prst="rect">
            <a:avLst/>
          </a:prstGeom>
          <a:noFill/>
          <a:ln>
            <a:noFill/>
          </a:ln>
        </p:spPr>
        <p:txBody>
          <a:bodyPr anchorCtr="0" anchor="ctr" bIns="45700" lIns="91425" spcFirstLastPara="1" rIns="91425" wrap="square" tIns="45700">
            <a:normAutofit/>
          </a:bodyPr>
          <a:lstStyle>
            <a:lvl1pPr indent="-228600" lvl="0" marL="457200" algn="l">
              <a:lnSpc>
                <a:spcPct val="55000"/>
              </a:lnSpc>
              <a:spcBef>
                <a:spcPts val="1000"/>
              </a:spcBef>
              <a:spcAft>
                <a:spcPts val="0"/>
              </a:spcAft>
              <a:buClr>
                <a:schemeClr val="dk2"/>
              </a:buClr>
              <a:buSzPts val="6600"/>
              <a:buNone/>
              <a:defRPr b="1" sz="6600">
                <a:solidFill>
                  <a:schemeClr val="dk2"/>
                </a:solidFill>
                <a:latin typeface="JasmineUPC"/>
                <a:ea typeface="JasmineUPC"/>
                <a:cs typeface="JasmineUPC"/>
                <a:sym typeface="JasmineUPC"/>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3" name="Google Shape;663;p64"/>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4" name="Google Shape;664;p64"/>
          <p:cNvSpPr txBox="1"/>
          <p:nvPr>
            <p:ph idx="10" type="dt"/>
          </p:nvPr>
        </p:nvSpPr>
        <p:spPr>
          <a:xfrm>
            <a:off x="6940358"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5" name="Google Shape;665;p64"/>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2"/>
                </a:solidFill>
                <a:latin typeface="Raleway"/>
                <a:ea typeface="Raleway"/>
                <a:cs typeface="Raleway"/>
                <a:sym typeface="Raleway"/>
              </a:defRPr>
            </a:lvl1pPr>
            <a:lvl2pPr indent="0" lvl="1" marL="0" algn="r">
              <a:spcBef>
                <a:spcPts val="0"/>
              </a:spcBef>
              <a:buNone/>
              <a:defRPr sz="800" cap="none">
                <a:solidFill>
                  <a:schemeClr val="dk2"/>
                </a:solidFill>
                <a:latin typeface="Raleway"/>
                <a:ea typeface="Raleway"/>
                <a:cs typeface="Raleway"/>
                <a:sym typeface="Raleway"/>
              </a:defRPr>
            </a:lvl2pPr>
            <a:lvl3pPr indent="0" lvl="2" marL="0" algn="r">
              <a:spcBef>
                <a:spcPts val="0"/>
              </a:spcBef>
              <a:buNone/>
              <a:defRPr sz="800" cap="none">
                <a:solidFill>
                  <a:schemeClr val="dk2"/>
                </a:solidFill>
                <a:latin typeface="Raleway"/>
                <a:ea typeface="Raleway"/>
                <a:cs typeface="Raleway"/>
                <a:sym typeface="Raleway"/>
              </a:defRPr>
            </a:lvl3pPr>
            <a:lvl4pPr indent="0" lvl="3" marL="0" algn="r">
              <a:spcBef>
                <a:spcPts val="0"/>
              </a:spcBef>
              <a:buNone/>
              <a:defRPr sz="800" cap="none">
                <a:solidFill>
                  <a:schemeClr val="dk2"/>
                </a:solidFill>
                <a:latin typeface="Raleway"/>
                <a:ea typeface="Raleway"/>
                <a:cs typeface="Raleway"/>
                <a:sym typeface="Raleway"/>
              </a:defRPr>
            </a:lvl4pPr>
            <a:lvl5pPr indent="0" lvl="4" marL="0" algn="r">
              <a:spcBef>
                <a:spcPts val="0"/>
              </a:spcBef>
              <a:buNone/>
              <a:defRPr sz="800" cap="none">
                <a:solidFill>
                  <a:schemeClr val="dk2"/>
                </a:solidFill>
                <a:latin typeface="Raleway"/>
                <a:ea typeface="Raleway"/>
                <a:cs typeface="Raleway"/>
                <a:sym typeface="Raleway"/>
              </a:defRPr>
            </a:lvl5pPr>
            <a:lvl6pPr indent="0" lvl="5" marL="0" algn="r">
              <a:spcBef>
                <a:spcPts val="0"/>
              </a:spcBef>
              <a:buNone/>
              <a:defRPr sz="800" cap="none">
                <a:solidFill>
                  <a:schemeClr val="dk2"/>
                </a:solidFill>
                <a:latin typeface="Raleway"/>
                <a:ea typeface="Raleway"/>
                <a:cs typeface="Raleway"/>
                <a:sym typeface="Raleway"/>
              </a:defRPr>
            </a:lvl6pPr>
            <a:lvl7pPr indent="0" lvl="6" marL="0" algn="r">
              <a:spcBef>
                <a:spcPts val="0"/>
              </a:spcBef>
              <a:buNone/>
              <a:defRPr sz="800" cap="none">
                <a:solidFill>
                  <a:schemeClr val="dk2"/>
                </a:solidFill>
                <a:latin typeface="Raleway"/>
                <a:ea typeface="Raleway"/>
                <a:cs typeface="Raleway"/>
                <a:sym typeface="Raleway"/>
              </a:defRPr>
            </a:lvl7pPr>
            <a:lvl8pPr indent="0" lvl="7" marL="0" algn="r">
              <a:spcBef>
                <a:spcPts val="0"/>
              </a:spcBef>
              <a:buNone/>
              <a:defRPr sz="800" cap="none">
                <a:solidFill>
                  <a:schemeClr val="dk2"/>
                </a:solidFill>
                <a:latin typeface="Raleway"/>
                <a:ea typeface="Raleway"/>
                <a:cs typeface="Raleway"/>
                <a:sym typeface="Raleway"/>
              </a:defRPr>
            </a:lvl8pPr>
            <a:lvl9pPr indent="0" lvl="8" marL="0" algn="r">
              <a:spcBef>
                <a:spcPts val="0"/>
              </a:spcBef>
              <a:buNone/>
              <a:defRPr sz="800" cap="non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grpSp>
        <p:nvGrpSpPr>
          <p:cNvPr id="666" name="Google Shape;666;p64"/>
          <p:cNvGrpSpPr/>
          <p:nvPr/>
        </p:nvGrpSpPr>
        <p:grpSpPr>
          <a:xfrm rot="-10244741">
            <a:off x="9248669" y="3639305"/>
            <a:ext cx="2188889" cy="2052424"/>
            <a:chOff x="7749926" y="3136297"/>
            <a:chExt cx="3434150" cy="3220050"/>
          </a:xfrm>
        </p:grpSpPr>
        <p:sp>
          <p:nvSpPr>
            <p:cNvPr id="667" name="Google Shape;667;p64"/>
            <p:cNvSpPr/>
            <p:nvPr/>
          </p:nvSpPr>
          <p:spPr>
            <a:xfrm rot="10800000">
              <a:off x="7752107" y="3136297"/>
              <a:ext cx="3417806" cy="1667642"/>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68" name="Google Shape;668;p64"/>
            <p:cNvSpPr/>
            <p:nvPr/>
          </p:nvSpPr>
          <p:spPr>
            <a:xfrm flipH="1" rot="10800000">
              <a:off x="7749926" y="4717704"/>
              <a:ext cx="3434150" cy="1638643"/>
            </a:xfrm>
            <a:custGeom>
              <a:rect b="b" l="l" r="r" t="t"/>
              <a:pathLst>
                <a:path extrusionOk="0" h="3141721" w="4703179">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669" name="Google Shape;669;p64"/>
          <p:cNvGrpSpPr/>
          <p:nvPr/>
        </p:nvGrpSpPr>
        <p:grpSpPr>
          <a:xfrm flipH="1">
            <a:off x="10024278" y="4946777"/>
            <a:ext cx="637672" cy="341819"/>
            <a:chOff x="5447388" y="3100610"/>
            <a:chExt cx="1500891" cy="804540"/>
          </a:xfrm>
        </p:grpSpPr>
        <p:sp>
          <p:nvSpPr>
            <p:cNvPr id="670" name="Google Shape;670;p64"/>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71" name="Google Shape;671;p64"/>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72" name="Google Shape;672;p64"/>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73" name="Google Shape;673;p64"/>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74" name="Google Shape;674;p64"/>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Quote 3">
    <p:bg>
      <p:bgPr>
        <a:solidFill>
          <a:srgbClr val="ADC5B2"/>
        </a:solidFill>
      </p:bgPr>
    </p:bg>
    <p:spTree>
      <p:nvGrpSpPr>
        <p:cNvPr id="675" name="Shape 675"/>
        <p:cNvGrpSpPr/>
        <p:nvPr/>
      </p:nvGrpSpPr>
      <p:grpSpPr>
        <a:xfrm>
          <a:off x="0" y="0"/>
          <a:ext cx="0" cy="0"/>
          <a:chOff x="0" y="0"/>
          <a:chExt cx="0" cy="0"/>
        </a:xfrm>
      </p:grpSpPr>
      <p:sp>
        <p:nvSpPr>
          <p:cNvPr id="676" name="Google Shape;676;p65"/>
          <p:cNvSpPr/>
          <p:nvPr/>
        </p:nvSpPr>
        <p:spPr>
          <a:xfrm>
            <a:off x="0" y="5653089"/>
            <a:ext cx="12208212" cy="1231318"/>
          </a:xfrm>
          <a:custGeom>
            <a:rect b="b" l="l" r="r" t="t"/>
            <a:pathLst>
              <a:path extrusionOk="0" h="1231318" w="12208212">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77" name="Google Shape;677;p65"/>
          <p:cNvSpPr/>
          <p:nvPr/>
        </p:nvSpPr>
        <p:spPr>
          <a:xfrm rot="2913124">
            <a:off x="2496581" y="5200785"/>
            <a:ext cx="1722563" cy="1721340"/>
          </a:xfrm>
          <a:custGeom>
            <a:rect b="b" l="l" r="r" t="t"/>
            <a:pathLst>
              <a:path extrusionOk="0" h="3020016" w="3022164">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78" name="Google Shape;678;p65"/>
          <p:cNvSpPr/>
          <p:nvPr/>
        </p:nvSpPr>
        <p:spPr>
          <a:xfrm rot="10281995">
            <a:off x="845326" y="4699820"/>
            <a:ext cx="1591046" cy="1484162"/>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79" name="Google Shape;679;p65"/>
          <p:cNvSpPr txBox="1"/>
          <p:nvPr>
            <p:ph type="title"/>
          </p:nvPr>
        </p:nvSpPr>
        <p:spPr>
          <a:xfrm>
            <a:off x="3039184" y="4313628"/>
            <a:ext cx="6129845" cy="532474"/>
          </a:xfrm>
          <a:prstGeom prst="rect">
            <a:avLst/>
          </a:prstGeom>
          <a:noFill/>
          <a:ln>
            <a:noFill/>
          </a:ln>
        </p:spPr>
        <p:txBody>
          <a:bodyPr anchorCtr="0" anchor="ctr" bIns="45700" lIns="91425" spcFirstLastPara="1" rIns="91425" wrap="square" tIns="45700">
            <a:normAutofit/>
          </a:bodyPr>
          <a:lstStyle>
            <a:lvl1pPr lvl="0" algn="ctr">
              <a:lnSpc>
                <a:spcPct val="55000"/>
              </a:lnSpc>
              <a:spcBef>
                <a:spcPts val="0"/>
              </a:spcBef>
              <a:spcAft>
                <a:spcPts val="0"/>
              </a:spcAft>
              <a:buClr>
                <a:schemeClr val="dk2"/>
              </a:buClr>
              <a:buSzPts val="1400"/>
              <a:buFont typeface="Raleway"/>
              <a:buNone/>
              <a:defRPr b="0" sz="1400" cap="none">
                <a:solidFill>
                  <a:schemeClr val="dk2"/>
                </a:solidFill>
                <a:latin typeface="Raleway"/>
                <a:ea typeface="Raleway"/>
                <a:cs typeface="Raleway"/>
                <a:sym typeface="Ralew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0" name="Google Shape;680;p65"/>
          <p:cNvSpPr txBox="1"/>
          <p:nvPr>
            <p:ph idx="1" type="body"/>
          </p:nvPr>
        </p:nvSpPr>
        <p:spPr>
          <a:xfrm>
            <a:off x="2524145" y="1449238"/>
            <a:ext cx="7159923" cy="2600704"/>
          </a:xfrm>
          <a:prstGeom prst="rect">
            <a:avLst/>
          </a:prstGeom>
          <a:noFill/>
          <a:ln>
            <a:noFill/>
          </a:ln>
        </p:spPr>
        <p:txBody>
          <a:bodyPr anchorCtr="0" anchor="ctr" bIns="45700" lIns="91425" spcFirstLastPara="1" rIns="91425" wrap="square" tIns="45700">
            <a:normAutofit/>
          </a:bodyPr>
          <a:lstStyle>
            <a:lvl1pPr indent="-228600" lvl="0" marL="457200" algn="ctr">
              <a:lnSpc>
                <a:spcPct val="55000"/>
              </a:lnSpc>
              <a:spcBef>
                <a:spcPts val="1000"/>
              </a:spcBef>
              <a:spcAft>
                <a:spcPts val="0"/>
              </a:spcAft>
              <a:buClr>
                <a:schemeClr val="dk2"/>
              </a:buClr>
              <a:buSzPts val="6600"/>
              <a:buNone/>
              <a:defRPr b="1" sz="6600">
                <a:solidFill>
                  <a:schemeClr val="dk2"/>
                </a:solidFill>
                <a:latin typeface="JasmineUPC"/>
                <a:ea typeface="JasmineUPC"/>
                <a:cs typeface="JasmineUPC"/>
                <a:sym typeface="JasmineUPC"/>
              </a:defRPr>
            </a:lvl1pPr>
            <a:lvl2pPr indent="-228600" lvl="1" marL="9144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2pPr>
            <a:lvl3pPr indent="-228600" lvl="2" marL="13716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3pPr>
            <a:lvl4pPr indent="-228600" lvl="3" marL="18288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4pPr>
            <a:lvl5pPr indent="-228600" lvl="4" marL="22860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1" name="Google Shape;681;p65"/>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2" name="Google Shape;682;p65"/>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3" name="Google Shape;683;p65"/>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2"/>
                </a:solidFill>
                <a:latin typeface="Raleway"/>
                <a:ea typeface="Raleway"/>
                <a:cs typeface="Raleway"/>
                <a:sym typeface="Raleway"/>
              </a:defRPr>
            </a:lvl1pPr>
            <a:lvl2pPr indent="0" lvl="1" marL="0" algn="r">
              <a:spcBef>
                <a:spcPts val="0"/>
              </a:spcBef>
              <a:buNone/>
              <a:defRPr sz="800" cap="none">
                <a:solidFill>
                  <a:schemeClr val="dk2"/>
                </a:solidFill>
                <a:latin typeface="Raleway"/>
                <a:ea typeface="Raleway"/>
                <a:cs typeface="Raleway"/>
                <a:sym typeface="Raleway"/>
              </a:defRPr>
            </a:lvl2pPr>
            <a:lvl3pPr indent="0" lvl="2" marL="0" algn="r">
              <a:spcBef>
                <a:spcPts val="0"/>
              </a:spcBef>
              <a:buNone/>
              <a:defRPr sz="800" cap="none">
                <a:solidFill>
                  <a:schemeClr val="dk2"/>
                </a:solidFill>
                <a:latin typeface="Raleway"/>
                <a:ea typeface="Raleway"/>
                <a:cs typeface="Raleway"/>
                <a:sym typeface="Raleway"/>
              </a:defRPr>
            </a:lvl3pPr>
            <a:lvl4pPr indent="0" lvl="3" marL="0" algn="r">
              <a:spcBef>
                <a:spcPts val="0"/>
              </a:spcBef>
              <a:buNone/>
              <a:defRPr sz="800" cap="none">
                <a:solidFill>
                  <a:schemeClr val="dk2"/>
                </a:solidFill>
                <a:latin typeface="Raleway"/>
                <a:ea typeface="Raleway"/>
                <a:cs typeface="Raleway"/>
                <a:sym typeface="Raleway"/>
              </a:defRPr>
            </a:lvl4pPr>
            <a:lvl5pPr indent="0" lvl="4" marL="0" algn="r">
              <a:spcBef>
                <a:spcPts val="0"/>
              </a:spcBef>
              <a:buNone/>
              <a:defRPr sz="800" cap="none">
                <a:solidFill>
                  <a:schemeClr val="dk2"/>
                </a:solidFill>
                <a:latin typeface="Raleway"/>
                <a:ea typeface="Raleway"/>
                <a:cs typeface="Raleway"/>
                <a:sym typeface="Raleway"/>
              </a:defRPr>
            </a:lvl5pPr>
            <a:lvl6pPr indent="0" lvl="5" marL="0" algn="r">
              <a:spcBef>
                <a:spcPts val="0"/>
              </a:spcBef>
              <a:buNone/>
              <a:defRPr sz="800" cap="none">
                <a:solidFill>
                  <a:schemeClr val="dk2"/>
                </a:solidFill>
                <a:latin typeface="Raleway"/>
                <a:ea typeface="Raleway"/>
                <a:cs typeface="Raleway"/>
                <a:sym typeface="Raleway"/>
              </a:defRPr>
            </a:lvl6pPr>
            <a:lvl7pPr indent="0" lvl="6" marL="0" algn="r">
              <a:spcBef>
                <a:spcPts val="0"/>
              </a:spcBef>
              <a:buNone/>
              <a:defRPr sz="800" cap="none">
                <a:solidFill>
                  <a:schemeClr val="dk2"/>
                </a:solidFill>
                <a:latin typeface="Raleway"/>
                <a:ea typeface="Raleway"/>
                <a:cs typeface="Raleway"/>
                <a:sym typeface="Raleway"/>
              </a:defRPr>
            </a:lvl7pPr>
            <a:lvl8pPr indent="0" lvl="7" marL="0" algn="r">
              <a:spcBef>
                <a:spcPts val="0"/>
              </a:spcBef>
              <a:buNone/>
              <a:defRPr sz="800" cap="none">
                <a:solidFill>
                  <a:schemeClr val="dk2"/>
                </a:solidFill>
                <a:latin typeface="Raleway"/>
                <a:ea typeface="Raleway"/>
                <a:cs typeface="Raleway"/>
                <a:sym typeface="Raleway"/>
              </a:defRPr>
            </a:lvl8pPr>
            <a:lvl9pPr indent="0" lvl="8" marL="0" algn="r">
              <a:spcBef>
                <a:spcPts val="0"/>
              </a:spcBef>
              <a:buNone/>
              <a:defRPr sz="800" cap="non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grpSp>
        <p:nvGrpSpPr>
          <p:cNvPr id="684" name="Google Shape;684;p65"/>
          <p:cNvGrpSpPr/>
          <p:nvPr/>
        </p:nvGrpSpPr>
        <p:grpSpPr>
          <a:xfrm flipH="1">
            <a:off x="1461243" y="5154219"/>
            <a:ext cx="606590" cy="398819"/>
            <a:chOff x="10056508" y="3520306"/>
            <a:chExt cx="713092" cy="468842"/>
          </a:xfrm>
        </p:grpSpPr>
        <p:sp>
          <p:nvSpPr>
            <p:cNvPr id="685" name="Google Shape;685;p65"/>
            <p:cNvSpPr/>
            <p:nvPr/>
          </p:nvSpPr>
          <p:spPr>
            <a:xfrm>
              <a:off x="10056508" y="3890827"/>
              <a:ext cx="713092" cy="98321"/>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86" name="Google Shape;686;p65"/>
            <p:cNvSpPr/>
            <p:nvPr/>
          </p:nvSpPr>
          <p:spPr>
            <a:xfrm flipH="1">
              <a:off x="10435768" y="3520306"/>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87" name="Google Shape;687;p65"/>
            <p:cNvSpPr/>
            <p:nvPr/>
          </p:nvSpPr>
          <p:spPr>
            <a:xfrm flipH="1">
              <a:off x="10442217" y="3520306"/>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88" name="Google Shape;688;p65"/>
            <p:cNvSpPr/>
            <p:nvPr/>
          </p:nvSpPr>
          <p:spPr>
            <a:xfrm flipH="1">
              <a:off x="10108996" y="3520306"/>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sp>
          <p:nvSpPr>
            <p:cNvPr id="689" name="Google Shape;689;p65"/>
            <p:cNvSpPr/>
            <p:nvPr/>
          </p:nvSpPr>
          <p:spPr>
            <a:xfrm flipH="1">
              <a:off x="10114155" y="3520306"/>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Raleway"/>
                <a:ea typeface="Raleway"/>
                <a:cs typeface="Raleway"/>
                <a:sym typeface="Raleway"/>
              </a:endParaRPr>
            </a:p>
          </p:txBody>
        </p:sp>
      </p:grpSp>
      <p:grpSp>
        <p:nvGrpSpPr>
          <p:cNvPr id="690" name="Google Shape;690;p65"/>
          <p:cNvGrpSpPr/>
          <p:nvPr/>
        </p:nvGrpSpPr>
        <p:grpSpPr>
          <a:xfrm>
            <a:off x="3011731" y="5842417"/>
            <a:ext cx="694593" cy="491142"/>
            <a:chOff x="1570460" y="349043"/>
            <a:chExt cx="694593" cy="491142"/>
          </a:xfrm>
        </p:grpSpPr>
        <p:grpSp>
          <p:nvGrpSpPr>
            <p:cNvPr id="691" name="Google Shape;691;p65"/>
            <p:cNvGrpSpPr/>
            <p:nvPr/>
          </p:nvGrpSpPr>
          <p:grpSpPr>
            <a:xfrm>
              <a:off x="1570460" y="349043"/>
              <a:ext cx="694593" cy="209585"/>
              <a:chOff x="8646415" y="4684124"/>
              <a:chExt cx="694593" cy="209585"/>
            </a:xfrm>
          </p:grpSpPr>
          <p:sp>
            <p:nvSpPr>
              <p:cNvPr id="692" name="Google Shape;692;p65"/>
              <p:cNvSpPr/>
              <p:nvPr/>
            </p:nvSpPr>
            <p:spPr>
              <a:xfrm rot="5636109">
                <a:off x="9153364" y="4700613"/>
                <a:ext cx="139614" cy="226627"/>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93" name="Google Shape;693;p65"/>
              <p:cNvSpPr/>
              <p:nvPr/>
            </p:nvSpPr>
            <p:spPr>
              <a:xfrm rot="-4181624">
                <a:off x="8707105" y="4675603"/>
                <a:ext cx="139614" cy="226627"/>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694" name="Google Shape;694;p65"/>
            <p:cNvSpPr/>
            <p:nvPr/>
          </p:nvSpPr>
          <p:spPr>
            <a:xfrm flipH="1" rot="522784">
              <a:off x="1669377" y="716268"/>
              <a:ext cx="412854" cy="93184"/>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4">
  <p:cSld name="Quote 4">
    <p:bg>
      <p:bgPr>
        <a:solidFill>
          <a:srgbClr val="ADC5B2"/>
        </a:solidFill>
      </p:bgPr>
    </p:bg>
    <p:spTree>
      <p:nvGrpSpPr>
        <p:cNvPr id="695" name="Shape 695"/>
        <p:cNvGrpSpPr/>
        <p:nvPr/>
      </p:nvGrpSpPr>
      <p:grpSpPr>
        <a:xfrm>
          <a:off x="0" y="0"/>
          <a:ext cx="0" cy="0"/>
          <a:chOff x="0" y="0"/>
          <a:chExt cx="0" cy="0"/>
        </a:xfrm>
      </p:grpSpPr>
      <p:sp>
        <p:nvSpPr>
          <p:cNvPr id="696" name="Google Shape;696;p66"/>
          <p:cNvSpPr/>
          <p:nvPr/>
        </p:nvSpPr>
        <p:spPr>
          <a:xfrm rot="1928485">
            <a:off x="9986315" y="5109220"/>
            <a:ext cx="1775804" cy="1766052"/>
          </a:xfrm>
          <a:custGeom>
            <a:rect b="b" l="l" r="r" t="t"/>
            <a:pathLst>
              <a:path extrusionOk="0" h="2980176" w="2996635">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697" name="Google Shape;697;p66"/>
          <p:cNvSpPr/>
          <p:nvPr/>
        </p:nvSpPr>
        <p:spPr>
          <a:xfrm rot="10608452">
            <a:off x="9188726" y="4070527"/>
            <a:ext cx="2133946" cy="1068970"/>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4C17B"/>
              </a:solidFill>
              <a:latin typeface="Raleway"/>
              <a:ea typeface="Raleway"/>
              <a:cs typeface="Raleway"/>
              <a:sym typeface="Raleway"/>
            </a:endParaRPr>
          </a:p>
        </p:txBody>
      </p:sp>
      <p:sp>
        <p:nvSpPr>
          <p:cNvPr id="698" name="Google Shape;698;p66"/>
          <p:cNvSpPr/>
          <p:nvPr/>
        </p:nvSpPr>
        <p:spPr>
          <a:xfrm rot="8519121">
            <a:off x="7784028" y="4988068"/>
            <a:ext cx="1793387" cy="1567266"/>
          </a:xfrm>
          <a:custGeom>
            <a:rect b="b" l="l" r="r" t="t"/>
            <a:pathLst>
              <a:path extrusionOk="0" h="1599088" w="2902389">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699" name="Google Shape;699;p66"/>
          <p:cNvGrpSpPr/>
          <p:nvPr/>
        </p:nvGrpSpPr>
        <p:grpSpPr>
          <a:xfrm flipH="1">
            <a:off x="9615643" y="4351857"/>
            <a:ext cx="625959" cy="488297"/>
            <a:chOff x="7506097" y="3079156"/>
            <a:chExt cx="665981" cy="519518"/>
          </a:xfrm>
        </p:grpSpPr>
        <p:sp>
          <p:nvSpPr>
            <p:cNvPr id="700" name="Google Shape;700;p66"/>
            <p:cNvSpPr/>
            <p:nvPr/>
          </p:nvSpPr>
          <p:spPr>
            <a:xfrm>
              <a:off x="7688803" y="3495020"/>
              <a:ext cx="299251" cy="103654"/>
            </a:xfrm>
            <a:custGeom>
              <a:rect b="b" l="l" r="r" t="t"/>
              <a:pathLst>
                <a:path extrusionOk="0" h="84751" w="107170">
                  <a:moveTo>
                    <a:pt x="0" y="0"/>
                  </a:moveTo>
                  <a:cubicBezTo>
                    <a:pt x="4431" y="68657"/>
                    <a:pt x="73464" y="85850"/>
                    <a:pt x="107170" y="84698"/>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701" name="Google Shape;701;p66"/>
            <p:cNvGrpSpPr/>
            <p:nvPr/>
          </p:nvGrpSpPr>
          <p:grpSpPr>
            <a:xfrm>
              <a:off x="7506097" y="3079156"/>
              <a:ext cx="665981" cy="336009"/>
              <a:chOff x="1148701" y="1742835"/>
              <a:chExt cx="665981" cy="336009"/>
            </a:xfrm>
          </p:grpSpPr>
          <p:sp>
            <p:nvSpPr>
              <p:cNvPr id="702" name="Google Shape;702;p66"/>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03" name="Google Shape;703;p66"/>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04" name="Google Shape;704;p66"/>
              <p:cNvSpPr/>
              <p:nvPr/>
            </p:nvSpPr>
            <p:spPr>
              <a:xfrm flipH="1" rot="10462796">
                <a:off x="1505310"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05" name="Google Shape;705;p66"/>
              <p:cNvSpPr/>
              <p:nvPr/>
            </p:nvSpPr>
            <p:spPr>
              <a:xfrm flipH="1" rot="7822065">
                <a:off x="1641096"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grpSp>
        <p:nvGrpSpPr>
          <p:cNvPr id="706" name="Google Shape;706;p66"/>
          <p:cNvGrpSpPr/>
          <p:nvPr/>
        </p:nvGrpSpPr>
        <p:grpSpPr>
          <a:xfrm>
            <a:off x="10566787" y="5790189"/>
            <a:ext cx="614859" cy="152601"/>
            <a:chOff x="10554082" y="7368717"/>
            <a:chExt cx="614859" cy="152601"/>
          </a:xfrm>
        </p:grpSpPr>
        <p:sp>
          <p:nvSpPr>
            <p:cNvPr id="707" name="Google Shape;707;p66"/>
            <p:cNvSpPr/>
            <p:nvPr/>
          </p:nvSpPr>
          <p:spPr>
            <a:xfrm rot="5636109">
              <a:off x="10996826" y="7335793"/>
              <a:ext cx="128060" cy="207872"/>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08" name="Google Shape;708;p66"/>
            <p:cNvSpPr/>
            <p:nvPr/>
          </p:nvSpPr>
          <p:spPr>
            <a:xfrm flipH="1" rot="-5636109">
              <a:off x="10598137" y="7346370"/>
              <a:ext cx="128060" cy="207872"/>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709" name="Google Shape;709;p66"/>
          <p:cNvSpPr/>
          <p:nvPr/>
        </p:nvSpPr>
        <p:spPr>
          <a:xfrm flipH="1">
            <a:off x="10844355" y="6098204"/>
            <a:ext cx="93561" cy="42396"/>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10" name="Google Shape;710;p66"/>
          <p:cNvSpPr txBox="1"/>
          <p:nvPr>
            <p:ph type="title"/>
          </p:nvPr>
        </p:nvSpPr>
        <p:spPr>
          <a:xfrm>
            <a:off x="700790" y="5270513"/>
            <a:ext cx="6816291" cy="807720"/>
          </a:xfrm>
          <a:prstGeom prst="rect">
            <a:avLst/>
          </a:prstGeom>
          <a:noFill/>
          <a:ln>
            <a:noFill/>
          </a:ln>
        </p:spPr>
        <p:txBody>
          <a:bodyPr anchorCtr="0" anchor="ctr" bIns="45700" lIns="91425" spcFirstLastPara="1" rIns="91425" wrap="square" tIns="45700">
            <a:normAutofit/>
          </a:bodyPr>
          <a:lstStyle>
            <a:lvl1pPr lvl="0" algn="l">
              <a:lnSpc>
                <a:spcPct val="55000"/>
              </a:lnSpc>
              <a:spcBef>
                <a:spcPts val="0"/>
              </a:spcBef>
              <a:spcAft>
                <a:spcPts val="0"/>
              </a:spcAft>
              <a:buClr>
                <a:srgbClr val="406760"/>
              </a:buClr>
              <a:buSzPts val="1600"/>
              <a:buFont typeface="Raleway"/>
              <a:buNone/>
              <a:defRPr b="0" sz="1600" cap="none">
                <a:solidFill>
                  <a:srgbClr val="406760"/>
                </a:solidFill>
                <a:latin typeface="Raleway"/>
                <a:ea typeface="Raleway"/>
                <a:cs typeface="Raleway"/>
                <a:sym typeface="Ralew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1" name="Google Shape;711;p66"/>
          <p:cNvSpPr txBox="1"/>
          <p:nvPr>
            <p:ph idx="1" type="body"/>
          </p:nvPr>
        </p:nvSpPr>
        <p:spPr>
          <a:xfrm>
            <a:off x="685802" y="932766"/>
            <a:ext cx="7380196" cy="364412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406760"/>
              </a:buClr>
              <a:buSzPts val="4600"/>
              <a:buNone/>
              <a:defRPr sz="4600">
                <a:solidFill>
                  <a:srgbClr val="406760"/>
                </a:solidFil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2" name="Google Shape;712;p66"/>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40676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3" name="Google Shape;713;p66"/>
          <p:cNvSpPr txBox="1"/>
          <p:nvPr>
            <p:ph idx="10" type="dt"/>
          </p:nvPr>
        </p:nvSpPr>
        <p:spPr>
          <a:xfrm>
            <a:off x="5776430"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40676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4" name="Google Shape;714;p66"/>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rgbClr val="406760"/>
                </a:solidFill>
                <a:latin typeface="Raleway"/>
                <a:ea typeface="Raleway"/>
                <a:cs typeface="Raleway"/>
                <a:sym typeface="Raleway"/>
              </a:defRPr>
            </a:lvl1pPr>
            <a:lvl2pPr indent="0" lvl="1" marL="0" algn="r">
              <a:spcBef>
                <a:spcPts val="0"/>
              </a:spcBef>
              <a:buNone/>
              <a:defRPr sz="800" cap="none">
                <a:solidFill>
                  <a:srgbClr val="406760"/>
                </a:solidFill>
                <a:latin typeface="Raleway"/>
                <a:ea typeface="Raleway"/>
                <a:cs typeface="Raleway"/>
                <a:sym typeface="Raleway"/>
              </a:defRPr>
            </a:lvl2pPr>
            <a:lvl3pPr indent="0" lvl="2" marL="0" algn="r">
              <a:spcBef>
                <a:spcPts val="0"/>
              </a:spcBef>
              <a:buNone/>
              <a:defRPr sz="800" cap="none">
                <a:solidFill>
                  <a:srgbClr val="406760"/>
                </a:solidFill>
                <a:latin typeface="Raleway"/>
                <a:ea typeface="Raleway"/>
                <a:cs typeface="Raleway"/>
                <a:sym typeface="Raleway"/>
              </a:defRPr>
            </a:lvl3pPr>
            <a:lvl4pPr indent="0" lvl="3" marL="0" algn="r">
              <a:spcBef>
                <a:spcPts val="0"/>
              </a:spcBef>
              <a:buNone/>
              <a:defRPr sz="800" cap="none">
                <a:solidFill>
                  <a:srgbClr val="406760"/>
                </a:solidFill>
                <a:latin typeface="Raleway"/>
                <a:ea typeface="Raleway"/>
                <a:cs typeface="Raleway"/>
                <a:sym typeface="Raleway"/>
              </a:defRPr>
            </a:lvl4pPr>
            <a:lvl5pPr indent="0" lvl="4" marL="0" algn="r">
              <a:spcBef>
                <a:spcPts val="0"/>
              </a:spcBef>
              <a:buNone/>
              <a:defRPr sz="800" cap="none">
                <a:solidFill>
                  <a:srgbClr val="406760"/>
                </a:solidFill>
                <a:latin typeface="Raleway"/>
                <a:ea typeface="Raleway"/>
                <a:cs typeface="Raleway"/>
                <a:sym typeface="Raleway"/>
              </a:defRPr>
            </a:lvl5pPr>
            <a:lvl6pPr indent="0" lvl="5" marL="0" algn="r">
              <a:spcBef>
                <a:spcPts val="0"/>
              </a:spcBef>
              <a:buNone/>
              <a:defRPr sz="800" cap="none">
                <a:solidFill>
                  <a:srgbClr val="406760"/>
                </a:solidFill>
                <a:latin typeface="Raleway"/>
                <a:ea typeface="Raleway"/>
                <a:cs typeface="Raleway"/>
                <a:sym typeface="Raleway"/>
              </a:defRPr>
            </a:lvl6pPr>
            <a:lvl7pPr indent="0" lvl="6" marL="0" algn="r">
              <a:spcBef>
                <a:spcPts val="0"/>
              </a:spcBef>
              <a:buNone/>
              <a:defRPr sz="800" cap="none">
                <a:solidFill>
                  <a:srgbClr val="406760"/>
                </a:solidFill>
                <a:latin typeface="Raleway"/>
                <a:ea typeface="Raleway"/>
                <a:cs typeface="Raleway"/>
                <a:sym typeface="Raleway"/>
              </a:defRPr>
            </a:lvl7pPr>
            <a:lvl8pPr indent="0" lvl="7" marL="0" algn="r">
              <a:spcBef>
                <a:spcPts val="0"/>
              </a:spcBef>
              <a:buNone/>
              <a:defRPr sz="800" cap="none">
                <a:solidFill>
                  <a:srgbClr val="406760"/>
                </a:solidFill>
                <a:latin typeface="Raleway"/>
                <a:ea typeface="Raleway"/>
                <a:cs typeface="Raleway"/>
                <a:sym typeface="Raleway"/>
              </a:defRPr>
            </a:lvl8pPr>
            <a:lvl9pPr indent="0" lvl="8" marL="0" algn="r">
              <a:spcBef>
                <a:spcPts val="0"/>
              </a:spcBef>
              <a:buNone/>
              <a:defRPr sz="800" cap="none">
                <a:solidFill>
                  <a:srgbClr val="406760"/>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p:cSld name="Number Large">
    <p:bg>
      <p:bgPr>
        <a:solidFill>
          <a:schemeClr val="lt2"/>
        </a:solidFill>
      </p:bgPr>
    </p:bg>
    <p:spTree>
      <p:nvGrpSpPr>
        <p:cNvPr id="715" name="Shape 715"/>
        <p:cNvGrpSpPr/>
        <p:nvPr/>
      </p:nvGrpSpPr>
      <p:grpSpPr>
        <a:xfrm>
          <a:off x="0" y="0"/>
          <a:ext cx="0" cy="0"/>
          <a:chOff x="0" y="0"/>
          <a:chExt cx="0" cy="0"/>
        </a:xfrm>
      </p:grpSpPr>
      <p:sp>
        <p:nvSpPr>
          <p:cNvPr id="716" name="Google Shape;716;p67"/>
          <p:cNvSpPr txBox="1"/>
          <p:nvPr>
            <p:ph type="title"/>
          </p:nvPr>
        </p:nvSpPr>
        <p:spPr>
          <a:xfrm>
            <a:off x="4120994" y="4478218"/>
            <a:ext cx="7057007" cy="147866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0"/>
              </a:spcBef>
              <a:spcAft>
                <a:spcPts val="0"/>
              </a:spcAft>
              <a:buClr>
                <a:schemeClr val="dk2"/>
              </a:buClr>
              <a:buSzPts val="2400"/>
              <a:buFont typeface="Raleway"/>
              <a:buNone/>
              <a:defRPr b="0" sz="2400">
                <a:latin typeface="Raleway"/>
                <a:ea typeface="Raleway"/>
                <a:cs typeface="Raleway"/>
                <a:sym typeface="Ralew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7" name="Google Shape;717;p67"/>
          <p:cNvSpPr txBox="1"/>
          <p:nvPr>
            <p:ph idx="1" type="body"/>
          </p:nvPr>
        </p:nvSpPr>
        <p:spPr>
          <a:xfrm>
            <a:off x="4027488" y="825500"/>
            <a:ext cx="7746596" cy="4500979"/>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30000"/>
              <a:buNone/>
              <a:defRPr b="1" sz="30000">
                <a:latin typeface="JasmineUPC"/>
                <a:ea typeface="JasmineUPC"/>
                <a:cs typeface="JasmineUPC"/>
                <a:sym typeface="JasmineUPC"/>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8" name="Google Shape;718;p67"/>
          <p:cNvSpPr txBox="1"/>
          <p:nvPr>
            <p:ph idx="11" type="ftr"/>
          </p:nvPr>
        </p:nvSpPr>
        <p:spPr>
          <a:xfrm>
            <a:off x="4120995"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9" name="Google Shape;719;p67"/>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0" name="Google Shape;720;p67"/>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2"/>
                </a:solidFill>
                <a:latin typeface="Raleway"/>
                <a:ea typeface="Raleway"/>
                <a:cs typeface="Raleway"/>
                <a:sym typeface="Raleway"/>
              </a:defRPr>
            </a:lvl1pPr>
            <a:lvl2pPr indent="0" lvl="1" marL="0" algn="r">
              <a:spcBef>
                <a:spcPts val="0"/>
              </a:spcBef>
              <a:buNone/>
              <a:defRPr sz="800" cap="none">
                <a:solidFill>
                  <a:schemeClr val="dk2"/>
                </a:solidFill>
                <a:latin typeface="Raleway"/>
                <a:ea typeface="Raleway"/>
                <a:cs typeface="Raleway"/>
                <a:sym typeface="Raleway"/>
              </a:defRPr>
            </a:lvl2pPr>
            <a:lvl3pPr indent="0" lvl="2" marL="0" algn="r">
              <a:spcBef>
                <a:spcPts val="0"/>
              </a:spcBef>
              <a:buNone/>
              <a:defRPr sz="800" cap="none">
                <a:solidFill>
                  <a:schemeClr val="dk2"/>
                </a:solidFill>
                <a:latin typeface="Raleway"/>
                <a:ea typeface="Raleway"/>
                <a:cs typeface="Raleway"/>
                <a:sym typeface="Raleway"/>
              </a:defRPr>
            </a:lvl3pPr>
            <a:lvl4pPr indent="0" lvl="3" marL="0" algn="r">
              <a:spcBef>
                <a:spcPts val="0"/>
              </a:spcBef>
              <a:buNone/>
              <a:defRPr sz="800" cap="none">
                <a:solidFill>
                  <a:schemeClr val="dk2"/>
                </a:solidFill>
                <a:latin typeface="Raleway"/>
                <a:ea typeface="Raleway"/>
                <a:cs typeface="Raleway"/>
                <a:sym typeface="Raleway"/>
              </a:defRPr>
            </a:lvl4pPr>
            <a:lvl5pPr indent="0" lvl="4" marL="0" algn="r">
              <a:spcBef>
                <a:spcPts val="0"/>
              </a:spcBef>
              <a:buNone/>
              <a:defRPr sz="800" cap="none">
                <a:solidFill>
                  <a:schemeClr val="dk2"/>
                </a:solidFill>
                <a:latin typeface="Raleway"/>
                <a:ea typeface="Raleway"/>
                <a:cs typeface="Raleway"/>
                <a:sym typeface="Raleway"/>
              </a:defRPr>
            </a:lvl5pPr>
            <a:lvl6pPr indent="0" lvl="5" marL="0" algn="r">
              <a:spcBef>
                <a:spcPts val="0"/>
              </a:spcBef>
              <a:buNone/>
              <a:defRPr sz="800" cap="none">
                <a:solidFill>
                  <a:schemeClr val="dk2"/>
                </a:solidFill>
                <a:latin typeface="Raleway"/>
                <a:ea typeface="Raleway"/>
                <a:cs typeface="Raleway"/>
                <a:sym typeface="Raleway"/>
              </a:defRPr>
            </a:lvl6pPr>
            <a:lvl7pPr indent="0" lvl="6" marL="0" algn="r">
              <a:spcBef>
                <a:spcPts val="0"/>
              </a:spcBef>
              <a:buNone/>
              <a:defRPr sz="800" cap="none">
                <a:solidFill>
                  <a:schemeClr val="dk2"/>
                </a:solidFill>
                <a:latin typeface="Raleway"/>
                <a:ea typeface="Raleway"/>
                <a:cs typeface="Raleway"/>
                <a:sym typeface="Raleway"/>
              </a:defRPr>
            </a:lvl7pPr>
            <a:lvl8pPr indent="0" lvl="7" marL="0" algn="r">
              <a:spcBef>
                <a:spcPts val="0"/>
              </a:spcBef>
              <a:buNone/>
              <a:defRPr sz="800" cap="none">
                <a:solidFill>
                  <a:schemeClr val="dk2"/>
                </a:solidFill>
                <a:latin typeface="Raleway"/>
                <a:ea typeface="Raleway"/>
                <a:cs typeface="Raleway"/>
                <a:sym typeface="Raleway"/>
              </a:defRPr>
            </a:lvl8pPr>
            <a:lvl9pPr indent="0" lvl="8" marL="0" algn="r">
              <a:spcBef>
                <a:spcPts val="0"/>
              </a:spcBef>
              <a:buNone/>
              <a:defRPr sz="800" cap="non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grpSp>
        <p:nvGrpSpPr>
          <p:cNvPr id="721" name="Google Shape;721;p67"/>
          <p:cNvGrpSpPr/>
          <p:nvPr/>
        </p:nvGrpSpPr>
        <p:grpSpPr>
          <a:xfrm flipH="1">
            <a:off x="-424174" y="2720548"/>
            <a:ext cx="3943731" cy="4380126"/>
            <a:chOff x="8618913" y="2747181"/>
            <a:chExt cx="3943731" cy="4380126"/>
          </a:xfrm>
        </p:grpSpPr>
        <p:sp>
          <p:nvSpPr>
            <p:cNvPr id="722" name="Google Shape;722;p67"/>
            <p:cNvSpPr/>
            <p:nvPr/>
          </p:nvSpPr>
          <p:spPr>
            <a:xfrm rot="-1372902">
              <a:off x="10211768" y="5220569"/>
              <a:ext cx="1997052" cy="1580673"/>
            </a:xfrm>
            <a:custGeom>
              <a:rect b="b" l="l" r="r" t="t"/>
              <a:pathLst>
                <a:path extrusionOk="0" h="3768667" w="4601400">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23" name="Google Shape;723;p67"/>
            <p:cNvSpPr/>
            <p:nvPr/>
          </p:nvSpPr>
          <p:spPr>
            <a:xfrm rot="6691777">
              <a:off x="8397589" y="5191444"/>
              <a:ext cx="2174500" cy="1003894"/>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24" name="Google Shape;724;p67"/>
            <p:cNvSpPr/>
            <p:nvPr/>
          </p:nvSpPr>
          <p:spPr>
            <a:xfrm rot="-6618817">
              <a:off x="10045604" y="3034050"/>
              <a:ext cx="2174300" cy="2244549"/>
            </a:xfrm>
            <a:custGeom>
              <a:rect b="b" l="l" r="r" t="t"/>
              <a:pathLst>
                <a:path extrusionOk="0" h="4624766" w="4824210">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725" name="Google Shape;725;p67"/>
            <p:cNvGrpSpPr/>
            <p:nvPr/>
          </p:nvGrpSpPr>
          <p:grpSpPr>
            <a:xfrm>
              <a:off x="10837082" y="3961336"/>
              <a:ext cx="549299" cy="361152"/>
              <a:chOff x="10056508" y="3520306"/>
              <a:chExt cx="713092" cy="468842"/>
            </a:xfrm>
          </p:grpSpPr>
          <p:sp>
            <p:nvSpPr>
              <p:cNvPr id="726" name="Google Shape;726;p67"/>
              <p:cNvSpPr/>
              <p:nvPr/>
            </p:nvSpPr>
            <p:spPr>
              <a:xfrm>
                <a:off x="10056508" y="3890827"/>
                <a:ext cx="713092" cy="98321"/>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27" name="Google Shape;727;p67"/>
              <p:cNvSpPr/>
              <p:nvPr/>
            </p:nvSpPr>
            <p:spPr>
              <a:xfrm flipH="1">
                <a:off x="10435768" y="3520306"/>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28" name="Google Shape;728;p67"/>
              <p:cNvSpPr/>
              <p:nvPr/>
            </p:nvSpPr>
            <p:spPr>
              <a:xfrm flipH="1">
                <a:off x="10442217" y="3520306"/>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29" name="Google Shape;729;p67"/>
              <p:cNvSpPr/>
              <p:nvPr/>
            </p:nvSpPr>
            <p:spPr>
              <a:xfrm flipH="1">
                <a:off x="10108996" y="3520306"/>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30" name="Google Shape;730;p67"/>
              <p:cNvSpPr/>
              <p:nvPr/>
            </p:nvSpPr>
            <p:spPr>
              <a:xfrm flipH="1">
                <a:off x="10114155" y="3520306"/>
                <a:ext cx="150739" cy="133780"/>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731" name="Google Shape;731;p67"/>
            <p:cNvGrpSpPr/>
            <p:nvPr/>
          </p:nvGrpSpPr>
          <p:grpSpPr>
            <a:xfrm>
              <a:off x="10767624" y="5852617"/>
              <a:ext cx="634880" cy="441499"/>
              <a:chOff x="9834754" y="669444"/>
              <a:chExt cx="761160" cy="529315"/>
            </a:xfrm>
          </p:grpSpPr>
          <p:sp>
            <p:nvSpPr>
              <p:cNvPr id="732" name="Google Shape;732;p67"/>
              <p:cNvSpPr/>
              <p:nvPr/>
            </p:nvSpPr>
            <p:spPr>
              <a:xfrm rot="5636109">
                <a:off x="10405736" y="633065"/>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33" name="Google Shape;733;p67"/>
              <p:cNvSpPr/>
              <p:nvPr/>
            </p:nvSpPr>
            <p:spPr>
              <a:xfrm flipH="1" rot="-5636109">
                <a:off x="9883433" y="661928"/>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34" name="Google Shape;734;p67"/>
              <p:cNvSpPr/>
              <p:nvPr/>
            </p:nvSpPr>
            <p:spPr>
              <a:xfrm>
                <a:off x="10099691" y="1099560"/>
                <a:ext cx="257366" cy="99199"/>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2">
  <p:cSld name="Number Large 2">
    <p:bg>
      <p:bgPr>
        <a:solidFill>
          <a:schemeClr val="lt2"/>
        </a:solidFill>
      </p:bgPr>
    </p:bg>
    <p:spTree>
      <p:nvGrpSpPr>
        <p:cNvPr id="735" name="Shape 735"/>
        <p:cNvGrpSpPr/>
        <p:nvPr/>
      </p:nvGrpSpPr>
      <p:grpSpPr>
        <a:xfrm>
          <a:off x="0" y="0"/>
          <a:ext cx="0" cy="0"/>
          <a:chOff x="0" y="0"/>
          <a:chExt cx="0" cy="0"/>
        </a:xfrm>
      </p:grpSpPr>
      <p:sp>
        <p:nvSpPr>
          <p:cNvPr id="736" name="Google Shape;736;p68"/>
          <p:cNvSpPr txBox="1"/>
          <p:nvPr>
            <p:ph type="title"/>
          </p:nvPr>
        </p:nvSpPr>
        <p:spPr>
          <a:xfrm>
            <a:off x="6787693" y="4477109"/>
            <a:ext cx="4589254" cy="179977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0"/>
              </a:spcBef>
              <a:spcAft>
                <a:spcPts val="0"/>
              </a:spcAft>
              <a:buClr>
                <a:schemeClr val="dk2"/>
              </a:buClr>
              <a:buSzPts val="2400"/>
              <a:buFont typeface="Raleway"/>
              <a:buNone/>
              <a:defRPr b="0" sz="2400">
                <a:latin typeface="Raleway"/>
                <a:ea typeface="Raleway"/>
                <a:cs typeface="Raleway"/>
                <a:sym typeface="Ralew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7" name="Google Shape;737;p68"/>
          <p:cNvSpPr txBox="1"/>
          <p:nvPr>
            <p:ph idx="1" type="body"/>
          </p:nvPr>
        </p:nvSpPr>
        <p:spPr>
          <a:xfrm>
            <a:off x="560388" y="457200"/>
            <a:ext cx="9990137" cy="3873500"/>
          </a:xfrm>
          <a:prstGeom prst="rect">
            <a:avLst/>
          </a:prstGeom>
          <a:noFill/>
          <a:ln>
            <a:noFill/>
          </a:ln>
        </p:spPr>
        <p:txBody>
          <a:bodyPr anchorCtr="0" anchor="ctr" bIns="45700" lIns="91425" spcFirstLastPara="1" rIns="91425" wrap="square" tIns="45700">
            <a:normAutofit/>
          </a:bodyPr>
          <a:lstStyle>
            <a:lvl1pPr indent="-228600" lvl="0" marL="457200" algn="l">
              <a:lnSpc>
                <a:spcPct val="55000"/>
              </a:lnSpc>
              <a:spcBef>
                <a:spcPts val="1000"/>
              </a:spcBef>
              <a:spcAft>
                <a:spcPts val="0"/>
              </a:spcAft>
              <a:buClr>
                <a:schemeClr val="dk2"/>
              </a:buClr>
              <a:buSzPts val="34400"/>
              <a:buNone/>
              <a:defRPr b="1" sz="34400">
                <a:latin typeface="JasmineUPC"/>
                <a:ea typeface="JasmineUPC"/>
                <a:cs typeface="JasmineUPC"/>
                <a:sym typeface="JasmineUPC"/>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8" name="Google Shape;738;p68"/>
          <p:cNvSpPr txBox="1"/>
          <p:nvPr>
            <p:ph idx="11" type="ftr"/>
          </p:nvPr>
        </p:nvSpPr>
        <p:spPr>
          <a:xfrm>
            <a:off x="6787694" y="6356350"/>
            <a:ext cx="221775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9" name="Google Shape;739;p68"/>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0" name="Google Shape;740;p68"/>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2"/>
                </a:solidFill>
                <a:latin typeface="Raleway"/>
                <a:ea typeface="Raleway"/>
                <a:cs typeface="Raleway"/>
                <a:sym typeface="Raleway"/>
              </a:defRPr>
            </a:lvl1pPr>
            <a:lvl2pPr indent="0" lvl="1" marL="0" algn="r">
              <a:spcBef>
                <a:spcPts val="0"/>
              </a:spcBef>
              <a:buNone/>
              <a:defRPr sz="800" cap="none">
                <a:solidFill>
                  <a:schemeClr val="dk2"/>
                </a:solidFill>
                <a:latin typeface="Raleway"/>
                <a:ea typeface="Raleway"/>
                <a:cs typeface="Raleway"/>
                <a:sym typeface="Raleway"/>
              </a:defRPr>
            </a:lvl2pPr>
            <a:lvl3pPr indent="0" lvl="2" marL="0" algn="r">
              <a:spcBef>
                <a:spcPts val="0"/>
              </a:spcBef>
              <a:buNone/>
              <a:defRPr sz="800" cap="none">
                <a:solidFill>
                  <a:schemeClr val="dk2"/>
                </a:solidFill>
                <a:latin typeface="Raleway"/>
                <a:ea typeface="Raleway"/>
                <a:cs typeface="Raleway"/>
                <a:sym typeface="Raleway"/>
              </a:defRPr>
            </a:lvl3pPr>
            <a:lvl4pPr indent="0" lvl="3" marL="0" algn="r">
              <a:spcBef>
                <a:spcPts val="0"/>
              </a:spcBef>
              <a:buNone/>
              <a:defRPr sz="800" cap="none">
                <a:solidFill>
                  <a:schemeClr val="dk2"/>
                </a:solidFill>
                <a:latin typeface="Raleway"/>
                <a:ea typeface="Raleway"/>
                <a:cs typeface="Raleway"/>
                <a:sym typeface="Raleway"/>
              </a:defRPr>
            </a:lvl4pPr>
            <a:lvl5pPr indent="0" lvl="4" marL="0" algn="r">
              <a:spcBef>
                <a:spcPts val="0"/>
              </a:spcBef>
              <a:buNone/>
              <a:defRPr sz="800" cap="none">
                <a:solidFill>
                  <a:schemeClr val="dk2"/>
                </a:solidFill>
                <a:latin typeface="Raleway"/>
                <a:ea typeface="Raleway"/>
                <a:cs typeface="Raleway"/>
                <a:sym typeface="Raleway"/>
              </a:defRPr>
            </a:lvl5pPr>
            <a:lvl6pPr indent="0" lvl="5" marL="0" algn="r">
              <a:spcBef>
                <a:spcPts val="0"/>
              </a:spcBef>
              <a:buNone/>
              <a:defRPr sz="800" cap="none">
                <a:solidFill>
                  <a:schemeClr val="dk2"/>
                </a:solidFill>
                <a:latin typeface="Raleway"/>
                <a:ea typeface="Raleway"/>
                <a:cs typeface="Raleway"/>
                <a:sym typeface="Raleway"/>
              </a:defRPr>
            </a:lvl6pPr>
            <a:lvl7pPr indent="0" lvl="6" marL="0" algn="r">
              <a:spcBef>
                <a:spcPts val="0"/>
              </a:spcBef>
              <a:buNone/>
              <a:defRPr sz="800" cap="none">
                <a:solidFill>
                  <a:schemeClr val="dk2"/>
                </a:solidFill>
                <a:latin typeface="Raleway"/>
                <a:ea typeface="Raleway"/>
                <a:cs typeface="Raleway"/>
                <a:sym typeface="Raleway"/>
              </a:defRPr>
            </a:lvl7pPr>
            <a:lvl8pPr indent="0" lvl="7" marL="0" algn="r">
              <a:spcBef>
                <a:spcPts val="0"/>
              </a:spcBef>
              <a:buNone/>
              <a:defRPr sz="800" cap="none">
                <a:solidFill>
                  <a:schemeClr val="dk2"/>
                </a:solidFill>
                <a:latin typeface="Raleway"/>
                <a:ea typeface="Raleway"/>
                <a:cs typeface="Raleway"/>
                <a:sym typeface="Raleway"/>
              </a:defRPr>
            </a:lvl8pPr>
            <a:lvl9pPr indent="0" lvl="8" marL="0" algn="r">
              <a:spcBef>
                <a:spcPts val="0"/>
              </a:spcBef>
              <a:buNone/>
              <a:defRPr sz="800" cap="non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
        <p:nvSpPr>
          <p:cNvPr id="741" name="Google Shape;741;p68"/>
          <p:cNvSpPr/>
          <p:nvPr/>
        </p:nvSpPr>
        <p:spPr>
          <a:xfrm rot="9501122">
            <a:off x="-106280" y="5181219"/>
            <a:ext cx="2351416" cy="1276499"/>
          </a:xfrm>
          <a:custGeom>
            <a:rect b="b" l="l" r="r" t="t"/>
            <a:pathLst>
              <a:path extrusionOk="0" h="1723714" w="4444077">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42" name="Google Shape;742;p68"/>
          <p:cNvSpPr/>
          <p:nvPr/>
        </p:nvSpPr>
        <p:spPr>
          <a:xfrm rot="-4187522">
            <a:off x="1996567" y="5072721"/>
            <a:ext cx="2002113" cy="1192773"/>
          </a:xfrm>
          <a:custGeom>
            <a:rect b="b" l="l" r="r" t="t"/>
            <a:pathLst>
              <a:path extrusionOk="0" h="1967436" w="3429855">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743" name="Google Shape;743;p68"/>
          <p:cNvGrpSpPr/>
          <p:nvPr/>
        </p:nvGrpSpPr>
        <p:grpSpPr>
          <a:xfrm rot="-916454">
            <a:off x="770359" y="5653154"/>
            <a:ext cx="688256" cy="306609"/>
            <a:chOff x="10096975" y="5939226"/>
            <a:chExt cx="929806" cy="414217"/>
          </a:xfrm>
        </p:grpSpPr>
        <p:sp>
          <p:nvSpPr>
            <p:cNvPr id="744" name="Google Shape;744;p68"/>
            <p:cNvSpPr/>
            <p:nvPr/>
          </p:nvSpPr>
          <p:spPr>
            <a:xfrm>
              <a:off x="10655179" y="5944357"/>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45" name="Google Shape;745;p68"/>
            <p:cNvSpPr/>
            <p:nvPr/>
          </p:nvSpPr>
          <p:spPr>
            <a:xfrm>
              <a:off x="10273067" y="5939226"/>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46" name="Google Shape;746;p68"/>
            <p:cNvSpPr/>
            <p:nvPr/>
          </p:nvSpPr>
          <p:spPr>
            <a:xfrm>
              <a:off x="10096975" y="6085720"/>
              <a:ext cx="929806" cy="267723"/>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grpSp>
        <p:nvGrpSpPr>
          <p:cNvPr id="747" name="Google Shape;747;p68"/>
          <p:cNvGrpSpPr/>
          <p:nvPr/>
        </p:nvGrpSpPr>
        <p:grpSpPr>
          <a:xfrm rot="885651">
            <a:off x="2678787" y="5206084"/>
            <a:ext cx="637672" cy="341819"/>
            <a:chOff x="5447388" y="3100610"/>
            <a:chExt cx="1500891" cy="804540"/>
          </a:xfrm>
        </p:grpSpPr>
        <p:sp>
          <p:nvSpPr>
            <p:cNvPr id="748" name="Google Shape;748;p68"/>
            <p:cNvSpPr/>
            <p:nvPr/>
          </p:nvSpPr>
          <p:spPr>
            <a:xfrm>
              <a:off x="5447388" y="3266522"/>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49" name="Google Shape;749;p68"/>
            <p:cNvSpPr/>
            <p:nvPr/>
          </p:nvSpPr>
          <p:spPr>
            <a:xfrm>
              <a:off x="5648906" y="3266522"/>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50" name="Google Shape;750;p68"/>
            <p:cNvSpPr/>
            <p:nvPr/>
          </p:nvSpPr>
          <p:spPr>
            <a:xfrm>
              <a:off x="6406985" y="3100610"/>
              <a:ext cx="541294" cy="638628"/>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51" name="Google Shape;751;p68"/>
            <p:cNvSpPr/>
            <p:nvPr/>
          </p:nvSpPr>
          <p:spPr>
            <a:xfrm>
              <a:off x="6611291" y="3100610"/>
              <a:ext cx="325836" cy="289179"/>
            </a:xfrm>
            <a:custGeom>
              <a:rect b="b" l="l" r="r" t="t"/>
              <a:pathLst>
                <a:path extrusionOk="0" h="289179" w="325836">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52" name="Google Shape;752;p68"/>
            <p:cNvSpPr/>
            <p:nvPr/>
          </p:nvSpPr>
          <p:spPr>
            <a:xfrm>
              <a:off x="6145254" y="3809875"/>
              <a:ext cx="202240" cy="91643"/>
            </a:xfrm>
            <a:custGeom>
              <a:rect b="b" l="l" r="r" t="t"/>
              <a:pathLst>
                <a:path extrusionOk="0" h="91643" w="202239">
                  <a:moveTo>
                    <a:pt x="0" y="6914"/>
                  </a:moveTo>
                  <a:cubicBezTo>
                    <a:pt x="25926" y="61795"/>
                    <a:pt x="73464" y="92764"/>
                    <a:pt x="107170" y="91612"/>
                  </a:cubicBezTo>
                  <a:cubicBezTo>
                    <a:pt x="140876" y="90460"/>
                    <a:pt x="196335" y="69070"/>
                    <a:pt x="202239" y="0"/>
                  </a:cubicBezTo>
                </a:path>
              </a:pathLst>
            </a:custGeom>
            <a:noFill/>
            <a:ln cap="rnd"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753" name="Google Shape;753;p68"/>
          <p:cNvSpPr/>
          <p:nvPr/>
        </p:nvSpPr>
        <p:spPr>
          <a:xfrm rot="-3537399">
            <a:off x="3584307" y="4964022"/>
            <a:ext cx="1886784" cy="1900950"/>
          </a:xfrm>
          <a:custGeom>
            <a:rect b="b" l="l" r="r" t="t"/>
            <a:pathLst>
              <a:path extrusionOk="0" h="4155776" w="4124808">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rgbClr val="E2B2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nvGrpSpPr>
          <p:cNvPr id="754" name="Google Shape;754;p68"/>
          <p:cNvGrpSpPr/>
          <p:nvPr/>
        </p:nvGrpSpPr>
        <p:grpSpPr>
          <a:xfrm>
            <a:off x="4195946" y="5714660"/>
            <a:ext cx="736668" cy="336009"/>
            <a:chOff x="1148701" y="1742835"/>
            <a:chExt cx="736668" cy="336009"/>
          </a:xfrm>
        </p:grpSpPr>
        <p:sp>
          <p:nvSpPr>
            <p:cNvPr id="755" name="Google Shape;755;p68"/>
            <p:cNvSpPr/>
            <p:nvPr/>
          </p:nvSpPr>
          <p:spPr>
            <a:xfrm flipH="1" rot="10462796">
              <a:off x="1162566" y="1771850"/>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56" name="Google Shape;756;p68"/>
            <p:cNvSpPr/>
            <p:nvPr/>
          </p:nvSpPr>
          <p:spPr>
            <a:xfrm flipH="1" rot="7822065">
              <a:off x="1298352" y="1861050"/>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57" name="Google Shape;757;p68"/>
            <p:cNvSpPr/>
            <p:nvPr/>
          </p:nvSpPr>
          <p:spPr>
            <a:xfrm flipH="1" rot="10462796">
              <a:off x="1575997" y="1754387"/>
              <a:ext cx="250414" cy="29544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58" name="Google Shape;758;p68"/>
            <p:cNvSpPr/>
            <p:nvPr/>
          </p:nvSpPr>
          <p:spPr>
            <a:xfrm flipH="1" rot="7822065">
              <a:off x="1711783" y="1843587"/>
              <a:ext cx="149879" cy="131537"/>
            </a:xfrm>
            <a:custGeom>
              <a:rect b="b" l="l" r="r" t="t"/>
              <a:pathLst>
                <a:path extrusionOk="0" h="131537" w="149879">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grpSp>
      <p:sp>
        <p:nvSpPr>
          <p:cNvPr id="759" name="Google Shape;759;p68"/>
          <p:cNvSpPr/>
          <p:nvPr/>
        </p:nvSpPr>
        <p:spPr>
          <a:xfrm rot="5784107">
            <a:off x="4490879" y="6101008"/>
            <a:ext cx="124751" cy="137337"/>
          </a:xfrm>
          <a:prstGeom prst="ellipse">
            <a:avLst/>
          </a:prstGeom>
          <a:noFill/>
          <a:ln cap="flat" cmpd="sng" w="53975">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3">
  <p:cSld name="Number Large 3">
    <p:bg>
      <p:bgPr>
        <a:solidFill>
          <a:srgbClr val="E4C17B"/>
        </a:solidFill>
      </p:bgPr>
    </p:bg>
    <p:spTree>
      <p:nvGrpSpPr>
        <p:cNvPr id="760" name="Shape 760"/>
        <p:cNvGrpSpPr/>
        <p:nvPr/>
      </p:nvGrpSpPr>
      <p:grpSpPr>
        <a:xfrm>
          <a:off x="0" y="0"/>
          <a:ext cx="0" cy="0"/>
          <a:chOff x="0" y="0"/>
          <a:chExt cx="0" cy="0"/>
        </a:xfrm>
      </p:grpSpPr>
      <p:sp>
        <p:nvSpPr>
          <p:cNvPr id="761" name="Google Shape;761;p69"/>
          <p:cNvSpPr/>
          <p:nvPr/>
        </p:nvSpPr>
        <p:spPr>
          <a:xfrm flipH="1">
            <a:off x="-222222" y="4106519"/>
            <a:ext cx="12414222" cy="2751481"/>
          </a:xfrm>
          <a:custGeom>
            <a:rect b="b" l="l" r="r" t="t"/>
            <a:pathLst>
              <a:path extrusionOk="0" h="2751481" w="12414222">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762" name="Google Shape;762;p69"/>
          <p:cNvSpPr txBox="1"/>
          <p:nvPr>
            <p:ph type="title"/>
          </p:nvPr>
        </p:nvSpPr>
        <p:spPr>
          <a:xfrm>
            <a:off x="2296064" y="4928341"/>
            <a:ext cx="7599872" cy="115259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2"/>
              </a:buClr>
              <a:buSzPts val="2400"/>
              <a:buFont typeface="Raleway"/>
              <a:buNone/>
              <a:defRPr b="0" sz="2400" cap="none">
                <a:solidFill>
                  <a:schemeClr val="dk2"/>
                </a:solidFill>
                <a:latin typeface="Raleway"/>
                <a:ea typeface="Raleway"/>
                <a:cs typeface="Raleway"/>
                <a:sym typeface="Ralew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3" name="Google Shape;763;p69"/>
          <p:cNvSpPr txBox="1"/>
          <p:nvPr>
            <p:ph idx="1" type="body"/>
          </p:nvPr>
        </p:nvSpPr>
        <p:spPr>
          <a:xfrm>
            <a:off x="1011661" y="1380226"/>
            <a:ext cx="10168678" cy="3100334"/>
          </a:xfrm>
          <a:prstGeom prst="rect">
            <a:avLst/>
          </a:prstGeom>
          <a:noFill/>
          <a:ln>
            <a:noFill/>
          </a:ln>
        </p:spPr>
        <p:txBody>
          <a:bodyPr anchorCtr="0" anchor="ctr" bIns="45700" lIns="91425" spcFirstLastPara="1" rIns="91425" wrap="square" tIns="45700">
            <a:normAutofit/>
          </a:bodyPr>
          <a:lstStyle>
            <a:lvl1pPr indent="-228600" lvl="0" marL="457200" algn="ctr">
              <a:lnSpc>
                <a:spcPct val="55000"/>
              </a:lnSpc>
              <a:spcBef>
                <a:spcPts val="1000"/>
              </a:spcBef>
              <a:spcAft>
                <a:spcPts val="0"/>
              </a:spcAft>
              <a:buClr>
                <a:srgbClr val="406760"/>
              </a:buClr>
              <a:buSzPts val="34400"/>
              <a:buNone/>
              <a:defRPr b="1" sz="34400">
                <a:solidFill>
                  <a:srgbClr val="406760"/>
                </a:solidFill>
                <a:latin typeface="JasmineUPC"/>
                <a:ea typeface="JasmineUPC"/>
                <a:cs typeface="JasmineUPC"/>
                <a:sym typeface="JasmineUPC"/>
              </a:defRPr>
            </a:lvl1pPr>
            <a:lvl2pPr indent="-228600" lvl="1" marL="9144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2pPr>
            <a:lvl3pPr indent="-228600" lvl="2" marL="13716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3pPr>
            <a:lvl4pPr indent="-228600" lvl="3" marL="18288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4pPr>
            <a:lvl5pPr indent="-228600" lvl="4" marL="2286000" algn="ctr">
              <a:lnSpc>
                <a:spcPct val="55000"/>
              </a:lnSpc>
              <a:spcBef>
                <a:spcPts val="500"/>
              </a:spcBef>
              <a:spcAft>
                <a:spcPts val="0"/>
              </a:spcAft>
              <a:buClr>
                <a:schemeClr val="lt2"/>
              </a:buClr>
              <a:buSzPts val="6600"/>
              <a:buNone/>
              <a:defRPr b="1" sz="6600">
                <a:solidFill>
                  <a:schemeClr val="lt2"/>
                </a:solidFill>
                <a:latin typeface="JasmineUPC"/>
                <a:ea typeface="JasmineUPC"/>
                <a:cs typeface="JasmineUPC"/>
                <a:sym typeface="JasmineUP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4" name="Google Shape;764;p69"/>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5" name="Google Shape;765;p69"/>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6" name="Google Shape;766;p69"/>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dk2"/>
                </a:solidFill>
                <a:latin typeface="Raleway"/>
                <a:ea typeface="Raleway"/>
                <a:cs typeface="Raleway"/>
                <a:sym typeface="Raleway"/>
              </a:defRPr>
            </a:lvl1pPr>
            <a:lvl2pPr indent="0" lvl="1" marL="0" algn="r">
              <a:spcBef>
                <a:spcPts val="0"/>
              </a:spcBef>
              <a:buNone/>
              <a:defRPr sz="800" cap="none">
                <a:solidFill>
                  <a:schemeClr val="dk2"/>
                </a:solidFill>
                <a:latin typeface="Raleway"/>
                <a:ea typeface="Raleway"/>
                <a:cs typeface="Raleway"/>
                <a:sym typeface="Raleway"/>
              </a:defRPr>
            </a:lvl2pPr>
            <a:lvl3pPr indent="0" lvl="2" marL="0" algn="r">
              <a:spcBef>
                <a:spcPts val="0"/>
              </a:spcBef>
              <a:buNone/>
              <a:defRPr sz="800" cap="none">
                <a:solidFill>
                  <a:schemeClr val="dk2"/>
                </a:solidFill>
                <a:latin typeface="Raleway"/>
                <a:ea typeface="Raleway"/>
                <a:cs typeface="Raleway"/>
                <a:sym typeface="Raleway"/>
              </a:defRPr>
            </a:lvl3pPr>
            <a:lvl4pPr indent="0" lvl="3" marL="0" algn="r">
              <a:spcBef>
                <a:spcPts val="0"/>
              </a:spcBef>
              <a:buNone/>
              <a:defRPr sz="800" cap="none">
                <a:solidFill>
                  <a:schemeClr val="dk2"/>
                </a:solidFill>
                <a:latin typeface="Raleway"/>
                <a:ea typeface="Raleway"/>
                <a:cs typeface="Raleway"/>
                <a:sym typeface="Raleway"/>
              </a:defRPr>
            </a:lvl4pPr>
            <a:lvl5pPr indent="0" lvl="4" marL="0" algn="r">
              <a:spcBef>
                <a:spcPts val="0"/>
              </a:spcBef>
              <a:buNone/>
              <a:defRPr sz="800" cap="none">
                <a:solidFill>
                  <a:schemeClr val="dk2"/>
                </a:solidFill>
                <a:latin typeface="Raleway"/>
                <a:ea typeface="Raleway"/>
                <a:cs typeface="Raleway"/>
                <a:sym typeface="Raleway"/>
              </a:defRPr>
            </a:lvl5pPr>
            <a:lvl6pPr indent="0" lvl="5" marL="0" algn="r">
              <a:spcBef>
                <a:spcPts val="0"/>
              </a:spcBef>
              <a:buNone/>
              <a:defRPr sz="800" cap="none">
                <a:solidFill>
                  <a:schemeClr val="dk2"/>
                </a:solidFill>
                <a:latin typeface="Raleway"/>
                <a:ea typeface="Raleway"/>
                <a:cs typeface="Raleway"/>
                <a:sym typeface="Raleway"/>
              </a:defRPr>
            </a:lvl6pPr>
            <a:lvl7pPr indent="0" lvl="6" marL="0" algn="r">
              <a:spcBef>
                <a:spcPts val="0"/>
              </a:spcBef>
              <a:buNone/>
              <a:defRPr sz="800" cap="none">
                <a:solidFill>
                  <a:schemeClr val="dk2"/>
                </a:solidFill>
                <a:latin typeface="Raleway"/>
                <a:ea typeface="Raleway"/>
                <a:cs typeface="Raleway"/>
                <a:sym typeface="Raleway"/>
              </a:defRPr>
            </a:lvl7pPr>
            <a:lvl8pPr indent="0" lvl="7" marL="0" algn="r">
              <a:spcBef>
                <a:spcPts val="0"/>
              </a:spcBef>
              <a:buNone/>
              <a:defRPr sz="800" cap="none">
                <a:solidFill>
                  <a:schemeClr val="dk2"/>
                </a:solidFill>
                <a:latin typeface="Raleway"/>
                <a:ea typeface="Raleway"/>
                <a:cs typeface="Raleway"/>
                <a:sym typeface="Raleway"/>
              </a:defRPr>
            </a:lvl8pPr>
            <a:lvl9pPr indent="0" lvl="8" marL="0" algn="r">
              <a:spcBef>
                <a:spcPts val="0"/>
              </a:spcBef>
              <a:buNone/>
              <a:defRPr sz="800" cap="non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67" name="Shape 767"/>
        <p:cNvGrpSpPr/>
        <p:nvPr/>
      </p:nvGrpSpPr>
      <p:grpSpPr>
        <a:xfrm>
          <a:off x="0" y="0"/>
          <a:ext cx="0" cy="0"/>
          <a:chOff x="0" y="0"/>
          <a:chExt cx="0" cy="0"/>
        </a:xfrm>
      </p:grpSpPr>
      <p:sp>
        <p:nvSpPr>
          <p:cNvPr id="768" name="Google Shape;768;p70"/>
          <p:cNvSpPr txBox="1"/>
          <p:nvPr>
            <p:ph type="title"/>
          </p:nvPr>
        </p:nvSpPr>
        <p:spPr>
          <a:xfrm>
            <a:off x="699660" y="549041"/>
            <a:ext cx="9893999" cy="1077379"/>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9" name="Google Shape;769;p70"/>
          <p:cNvSpPr txBox="1"/>
          <p:nvPr>
            <p:ph idx="1" type="body"/>
          </p:nvPr>
        </p:nvSpPr>
        <p:spPr>
          <a:xfrm>
            <a:off x="699660" y="1946581"/>
            <a:ext cx="4421459" cy="424423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0" name="Google Shape;770;p70"/>
          <p:cNvSpPr txBox="1"/>
          <p:nvPr>
            <p:ph idx="2" type="body"/>
          </p:nvPr>
        </p:nvSpPr>
        <p:spPr>
          <a:xfrm>
            <a:off x="6172200" y="1946581"/>
            <a:ext cx="4421459" cy="424423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1" name="Google Shape;771;p70"/>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2" name="Google Shape;772;p70"/>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3" name="Google Shape;773;p70"/>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74" name="Shape 774"/>
        <p:cNvGrpSpPr/>
        <p:nvPr/>
      </p:nvGrpSpPr>
      <p:grpSpPr>
        <a:xfrm>
          <a:off x="0" y="0"/>
          <a:ext cx="0" cy="0"/>
          <a:chOff x="0" y="0"/>
          <a:chExt cx="0" cy="0"/>
        </a:xfrm>
      </p:grpSpPr>
      <p:sp>
        <p:nvSpPr>
          <p:cNvPr id="775" name="Google Shape;775;p71"/>
          <p:cNvSpPr txBox="1"/>
          <p:nvPr>
            <p:ph type="title"/>
          </p:nvPr>
        </p:nvSpPr>
        <p:spPr>
          <a:xfrm>
            <a:off x="683674" y="365126"/>
            <a:ext cx="10515600" cy="1261294"/>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6" name="Google Shape;776;p71"/>
          <p:cNvSpPr txBox="1"/>
          <p:nvPr>
            <p:ph idx="1" type="body"/>
          </p:nvPr>
        </p:nvSpPr>
        <p:spPr>
          <a:xfrm>
            <a:off x="683674" y="1626420"/>
            <a:ext cx="4434163" cy="599878"/>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b="0" sz="1400" cap="none"/>
            </a:lvl1pPr>
            <a:lvl2pPr indent="-228600" lvl="1" marL="914400" algn="l">
              <a:lnSpc>
                <a:spcPct val="120000"/>
              </a:lnSpc>
              <a:spcBef>
                <a:spcPts val="500"/>
              </a:spcBef>
              <a:spcAft>
                <a:spcPts val="0"/>
              </a:spcAft>
              <a:buClr>
                <a:schemeClr val="dk2"/>
              </a:buClr>
              <a:buSzPts val="2000"/>
              <a:buNone/>
              <a:defRPr b="1" sz="2000"/>
            </a:lvl2pPr>
            <a:lvl3pPr indent="-228600" lvl="2" marL="1371600" algn="l">
              <a:lnSpc>
                <a:spcPct val="120000"/>
              </a:lnSpc>
              <a:spcBef>
                <a:spcPts val="500"/>
              </a:spcBef>
              <a:spcAft>
                <a:spcPts val="0"/>
              </a:spcAft>
              <a:buClr>
                <a:schemeClr val="dk2"/>
              </a:buClr>
              <a:buSzPts val="1800"/>
              <a:buNone/>
              <a:defRPr b="1" sz="1800"/>
            </a:lvl3pPr>
            <a:lvl4pPr indent="-228600" lvl="3" marL="1828800" algn="l">
              <a:lnSpc>
                <a:spcPct val="120000"/>
              </a:lnSpc>
              <a:spcBef>
                <a:spcPts val="500"/>
              </a:spcBef>
              <a:spcAft>
                <a:spcPts val="0"/>
              </a:spcAft>
              <a:buClr>
                <a:schemeClr val="dk2"/>
              </a:buClr>
              <a:buSzPts val="1600"/>
              <a:buNone/>
              <a:defRPr b="1" sz="1600"/>
            </a:lvl4pPr>
            <a:lvl5pPr indent="-228600" lvl="4" marL="2286000" algn="l">
              <a:lnSpc>
                <a:spcPct val="12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7" name="Google Shape;777;p71"/>
          <p:cNvSpPr txBox="1"/>
          <p:nvPr>
            <p:ph idx="2" type="body"/>
          </p:nvPr>
        </p:nvSpPr>
        <p:spPr>
          <a:xfrm>
            <a:off x="683675" y="2293205"/>
            <a:ext cx="4412432" cy="398493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8" name="Google Shape;778;p71"/>
          <p:cNvSpPr txBox="1"/>
          <p:nvPr>
            <p:ph idx="3" type="body"/>
          </p:nvPr>
        </p:nvSpPr>
        <p:spPr>
          <a:xfrm>
            <a:off x="6172201" y="1626420"/>
            <a:ext cx="4434164" cy="599878"/>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b="0" sz="1400" cap="none"/>
            </a:lvl1pPr>
            <a:lvl2pPr indent="-228600" lvl="1" marL="914400" algn="l">
              <a:lnSpc>
                <a:spcPct val="120000"/>
              </a:lnSpc>
              <a:spcBef>
                <a:spcPts val="500"/>
              </a:spcBef>
              <a:spcAft>
                <a:spcPts val="0"/>
              </a:spcAft>
              <a:buClr>
                <a:schemeClr val="dk2"/>
              </a:buClr>
              <a:buSzPts val="2000"/>
              <a:buNone/>
              <a:defRPr b="1" sz="2000"/>
            </a:lvl2pPr>
            <a:lvl3pPr indent="-228600" lvl="2" marL="1371600" algn="l">
              <a:lnSpc>
                <a:spcPct val="120000"/>
              </a:lnSpc>
              <a:spcBef>
                <a:spcPts val="500"/>
              </a:spcBef>
              <a:spcAft>
                <a:spcPts val="0"/>
              </a:spcAft>
              <a:buClr>
                <a:schemeClr val="dk2"/>
              </a:buClr>
              <a:buSzPts val="1800"/>
              <a:buNone/>
              <a:defRPr b="1" sz="1800"/>
            </a:lvl3pPr>
            <a:lvl4pPr indent="-228600" lvl="3" marL="1828800" algn="l">
              <a:lnSpc>
                <a:spcPct val="120000"/>
              </a:lnSpc>
              <a:spcBef>
                <a:spcPts val="500"/>
              </a:spcBef>
              <a:spcAft>
                <a:spcPts val="0"/>
              </a:spcAft>
              <a:buClr>
                <a:schemeClr val="dk2"/>
              </a:buClr>
              <a:buSzPts val="1600"/>
              <a:buNone/>
              <a:defRPr b="1" sz="1600"/>
            </a:lvl4pPr>
            <a:lvl5pPr indent="-228600" lvl="4" marL="2286000" algn="l">
              <a:lnSpc>
                <a:spcPct val="12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9" name="Google Shape;779;p71"/>
          <p:cNvSpPr txBox="1"/>
          <p:nvPr>
            <p:ph idx="4" type="body"/>
          </p:nvPr>
        </p:nvSpPr>
        <p:spPr>
          <a:xfrm>
            <a:off x="6172200" y="2293205"/>
            <a:ext cx="4434163" cy="398493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0" name="Google Shape;780;p71"/>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1" name="Google Shape;781;p71"/>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2" name="Google Shape;782;p71"/>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3" name="Shape 783"/>
        <p:cNvGrpSpPr/>
        <p:nvPr/>
      </p:nvGrpSpPr>
      <p:grpSpPr>
        <a:xfrm>
          <a:off x="0" y="0"/>
          <a:ext cx="0" cy="0"/>
          <a:chOff x="0" y="0"/>
          <a:chExt cx="0" cy="0"/>
        </a:xfrm>
      </p:grpSpPr>
      <p:sp>
        <p:nvSpPr>
          <p:cNvPr id="784" name="Google Shape;784;p72"/>
          <p:cNvSpPr txBox="1"/>
          <p:nvPr>
            <p:ph type="title"/>
          </p:nvPr>
        </p:nvSpPr>
        <p:spPr>
          <a:xfrm>
            <a:off x="699660" y="549041"/>
            <a:ext cx="10515600" cy="1145944"/>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5" name="Google Shape;785;p72"/>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6" name="Google Shape;786;p72"/>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7" name="Google Shape;787;p72"/>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8" name="Shape 788"/>
        <p:cNvGrpSpPr/>
        <p:nvPr/>
      </p:nvGrpSpPr>
      <p:grpSpPr>
        <a:xfrm>
          <a:off x="0" y="0"/>
          <a:ext cx="0" cy="0"/>
          <a:chOff x="0" y="0"/>
          <a:chExt cx="0" cy="0"/>
        </a:xfrm>
      </p:grpSpPr>
      <p:sp>
        <p:nvSpPr>
          <p:cNvPr id="789" name="Google Shape;789;p73"/>
          <p:cNvSpPr txBox="1"/>
          <p:nvPr>
            <p:ph type="title"/>
          </p:nvPr>
        </p:nvSpPr>
        <p:spPr>
          <a:xfrm>
            <a:off x="699660" y="949034"/>
            <a:ext cx="3172685" cy="2340864"/>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4400"/>
              <a:buFont typeface="JasmineUPC"/>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0" name="Google Shape;790;p73"/>
          <p:cNvSpPr txBox="1"/>
          <p:nvPr>
            <p:ph idx="1" type="body"/>
          </p:nvPr>
        </p:nvSpPr>
        <p:spPr>
          <a:xfrm>
            <a:off x="699660" y="3640347"/>
            <a:ext cx="3172685" cy="2337757"/>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sz="1400"/>
            </a:lvl1pPr>
            <a:lvl2pPr indent="-228600" lvl="1" marL="914400" algn="l">
              <a:lnSpc>
                <a:spcPct val="120000"/>
              </a:lnSpc>
              <a:spcBef>
                <a:spcPts val="500"/>
              </a:spcBef>
              <a:spcAft>
                <a:spcPts val="0"/>
              </a:spcAft>
              <a:buClr>
                <a:schemeClr val="dk2"/>
              </a:buClr>
              <a:buSzPts val="1400"/>
              <a:buNone/>
              <a:defRPr sz="1400"/>
            </a:lvl2pPr>
            <a:lvl3pPr indent="-228600" lvl="2" marL="1371600" algn="l">
              <a:lnSpc>
                <a:spcPct val="120000"/>
              </a:lnSpc>
              <a:spcBef>
                <a:spcPts val="500"/>
              </a:spcBef>
              <a:spcAft>
                <a:spcPts val="0"/>
              </a:spcAft>
              <a:buClr>
                <a:schemeClr val="dk2"/>
              </a:buClr>
              <a:buSzPts val="1200"/>
              <a:buNone/>
              <a:defRPr sz="1200"/>
            </a:lvl3pPr>
            <a:lvl4pPr indent="-228600" lvl="3" marL="1828800" algn="l">
              <a:lnSpc>
                <a:spcPct val="120000"/>
              </a:lnSpc>
              <a:spcBef>
                <a:spcPts val="500"/>
              </a:spcBef>
              <a:spcAft>
                <a:spcPts val="0"/>
              </a:spcAft>
              <a:buClr>
                <a:schemeClr val="dk2"/>
              </a:buClr>
              <a:buSzPts val="1000"/>
              <a:buNone/>
              <a:defRPr sz="1000"/>
            </a:lvl4pPr>
            <a:lvl5pPr indent="-228600" lvl="4" marL="2286000" algn="l">
              <a:lnSpc>
                <a:spcPct val="12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1" name="Google Shape;791;p73"/>
          <p:cNvSpPr txBox="1"/>
          <p:nvPr>
            <p:ph idx="2" type="body"/>
          </p:nvPr>
        </p:nvSpPr>
        <p:spPr>
          <a:xfrm>
            <a:off x="5229368" y="942108"/>
            <a:ext cx="6172200" cy="4912015"/>
          </a:xfrm>
          <a:prstGeom prst="rect">
            <a:avLst/>
          </a:prstGeom>
          <a:noFill/>
          <a:ln>
            <a:noFill/>
          </a:ln>
        </p:spPr>
        <p:txBody>
          <a:bodyPr anchorCtr="0" anchor="t" bIns="45700" lIns="91425" spcFirstLastPara="1" rIns="91425" wrap="square" tIns="45700">
            <a:normAutofit/>
          </a:bodyPr>
          <a:lstStyle>
            <a:lvl1pPr indent="-355600" lvl="0" marL="457200" algn="l">
              <a:lnSpc>
                <a:spcPct val="120000"/>
              </a:lnSpc>
              <a:spcBef>
                <a:spcPts val="1000"/>
              </a:spcBef>
              <a:spcAft>
                <a:spcPts val="0"/>
              </a:spcAft>
              <a:buClr>
                <a:schemeClr val="dk2"/>
              </a:buClr>
              <a:buSzPts val="2000"/>
              <a:buChar char="•"/>
              <a:defRPr sz="2000"/>
            </a:lvl1pPr>
            <a:lvl2pPr indent="-342900" lvl="1" marL="914400" algn="l">
              <a:lnSpc>
                <a:spcPct val="120000"/>
              </a:lnSpc>
              <a:spcBef>
                <a:spcPts val="500"/>
              </a:spcBef>
              <a:spcAft>
                <a:spcPts val="0"/>
              </a:spcAft>
              <a:buClr>
                <a:schemeClr val="dk2"/>
              </a:buClr>
              <a:buSzPts val="1800"/>
              <a:buChar char="•"/>
              <a:defRPr sz="1800"/>
            </a:lvl2pPr>
            <a:lvl3pPr indent="-330200" lvl="2" marL="1371600" algn="l">
              <a:lnSpc>
                <a:spcPct val="120000"/>
              </a:lnSpc>
              <a:spcBef>
                <a:spcPts val="500"/>
              </a:spcBef>
              <a:spcAft>
                <a:spcPts val="0"/>
              </a:spcAft>
              <a:buClr>
                <a:schemeClr val="dk2"/>
              </a:buClr>
              <a:buSzPts val="1600"/>
              <a:buChar char="•"/>
              <a:defRPr sz="1600"/>
            </a:lvl3pPr>
            <a:lvl4pPr indent="-317500" lvl="3" marL="1828800" algn="l">
              <a:lnSpc>
                <a:spcPct val="120000"/>
              </a:lnSpc>
              <a:spcBef>
                <a:spcPts val="500"/>
              </a:spcBef>
              <a:spcAft>
                <a:spcPts val="0"/>
              </a:spcAft>
              <a:buClr>
                <a:schemeClr val="dk2"/>
              </a:buClr>
              <a:buSzPts val="1400"/>
              <a:buChar char="•"/>
              <a:defRPr sz="1400"/>
            </a:lvl4pPr>
            <a:lvl5pPr indent="-317500" lvl="4" marL="2286000" algn="l">
              <a:lnSpc>
                <a:spcPct val="120000"/>
              </a:lnSpc>
              <a:spcBef>
                <a:spcPts val="500"/>
              </a:spcBef>
              <a:spcAft>
                <a:spcPts val="0"/>
              </a:spcAft>
              <a:buClr>
                <a:schemeClr val="dk2"/>
              </a:buClr>
              <a:buSzPts val="1400"/>
              <a:buChar char="•"/>
              <a:defRPr sz="14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92" name="Google Shape;792;p73"/>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3" name="Google Shape;793;p73"/>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4" name="Google Shape;794;p73"/>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5" name="Shape 795"/>
        <p:cNvGrpSpPr/>
        <p:nvPr/>
      </p:nvGrpSpPr>
      <p:grpSpPr>
        <a:xfrm>
          <a:off x="0" y="0"/>
          <a:ext cx="0" cy="0"/>
          <a:chOff x="0" y="0"/>
          <a:chExt cx="0" cy="0"/>
        </a:xfrm>
      </p:grpSpPr>
      <p:sp>
        <p:nvSpPr>
          <p:cNvPr id="796" name="Google Shape;796;p74"/>
          <p:cNvSpPr txBox="1"/>
          <p:nvPr>
            <p:ph type="title"/>
          </p:nvPr>
        </p:nvSpPr>
        <p:spPr>
          <a:xfrm>
            <a:off x="699660" y="952789"/>
            <a:ext cx="3172685" cy="2342502"/>
          </a:xfrm>
          <a:prstGeom prst="rect">
            <a:avLst/>
          </a:prstGeom>
          <a:noFill/>
          <a:ln>
            <a:noFill/>
          </a:ln>
        </p:spPr>
        <p:txBody>
          <a:bodyPr anchorCtr="0" anchor="t" bIns="45700" lIns="91425" spcFirstLastPara="1" rIns="91425" wrap="square" tIns="45700">
            <a:normAutofit/>
          </a:bodyPr>
          <a:lstStyle>
            <a:lvl1pPr lvl="0" algn="l">
              <a:lnSpc>
                <a:spcPct val="55000"/>
              </a:lnSpc>
              <a:spcBef>
                <a:spcPts val="0"/>
              </a:spcBef>
              <a:spcAft>
                <a:spcPts val="0"/>
              </a:spcAft>
              <a:buClr>
                <a:schemeClr val="dk2"/>
              </a:buClr>
              <a:buSzPts val="4400"/>
              <a:buFont typeface="JasmineUPC"/>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7" name="Google Shape;797;p74"/>
          <p:cNvSpPr txBox="1"/>
          <p:nvPr>
            <p:ph idx="1" type="body"/>
          </p:nvPr>
        </p:nvSpPr>
        <p:spPr>
          <a:xfrm>
            <a:off x="699660" y="4154399"/>
            <a:ext cx="3172685" cy="1811193"/>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sz="1400"/>
            </a:lvl1pPr>
            <a:lvl2pPr indent="-228600" lvl="1" marL="914400" algn="l">
              <a:lnSpc>
                <a:spcPct val="120000"/>
              </a:lnSpc>
              <a:spcBef>
                <a:spcPts val="500"/>
              </a:spcBef>
              <a:spcAft>
                <a:spcPts val="0"/>
              </a:spcAft>
              <a:buClr>
                <a:schemeClr val="dk2"/>
              </a:buClr>
              <a:buSzPts val="1400"/>
              <a:buNone/>
              <a:defRPr sz="1400"/>
            </a:lvl2pPr>
            <a:lvl3pPr indent="-228600" lvl="2" marL="1371600" algn="l">
              <a:lnSpc>
                <a:spcPct val="120000"/>
              </a:lnSpc>
              <a:spcBef>
                <a:spcPts val="500"/>
              </a:spcBef>
              <a:spcAft>
                <a:spcPts val="0"/>
              </a:spcAft>
              <a:buClr>
                <a:schemeClr val="dk2"/>
              </a:buClr>
              <a:buSzPts val="1200"/>
              <a:buNone/>
              <a:defRPr sz="1200"/>
            </a:lvl3pPr>
            <a:lvl4pPr indent="-228600" lvl="3" marL="1828800" algn="l">
              <a:lnSpc>
                <a:spcPct val="120000"/>
              </a:lnSpc>
              <a:spcBef>
                <a:spcPts val="500"/>
              </a:spcBef>
              <a:spcAft>
                <a:spcPts val="0"/>
              </a:spcAft>
              <a:buClr>
                <a:schemeClr val="dk2"/>
              </a:buClr>
              <a:buSzPts val="1000"/>
              <a:buNone/>
              <a:defRPr sz="1000"/>
            </a:lvl4pPr>
            <a:lvl5pPr indent="-228600" lvl="4" marL="2286000" algn="l">
              <a:lnSpc>
                <a:spcPct val="12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798" name="Google Shape;798;p74"/>
          <p:cNvPicPr preferRelativeResize="0"/>
          <p:nvPr>
            <p:ph idx="2" type="pic"/>
          </p:nvPr>
        </p:nvPicPr>
        <p:blipFill/>
        <p:spPr>
          <a:xfrm>
            <a:off x="4761780" y="952789"/>
            <a:ext cx="6593607" cy="4942765"/>
          </a:xfrm>
          <a:prstGeom prst="rect">
            <a:avLst/>
          </a:prstGeom>
          <a:blipFill rotWithShape="1">
            <a:blip r:embed="rId2">
              <a:alphaModFix amt="60000"/>
            </a:blip>
            <a:stretch>
              <a:fillRect b="0" l="0" r="0" t="0"/>
            </a:stretch>
          </a:blipFill>
          <a:ln>
            <a:noFill/>
          </a:ln>
        </p:spPr>
      </p:pic>
      <p:sp>
        <p:nvSpPr>
          <p:cNvPr id="799" name="Google Shape;799;p74"/>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0" name="Google Shape;800;p74"/>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1" name="Google Shape;801;p74"/>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chemeClr val="accent3"/>
        </a:solidFill>
      </p:bgPr>
    </p:bg>
    <p:spTree>
      <p:nvGrpSpPr>
        <p:cNvPr id="802" name="Shape 802"/>
        <p:cNvGrpSpPr/>
        <p:nvPr/>
      </p:nvGrpSpPr>
      <p:grpSpPr>
        <a:xfrm>
          <a:off x="0" y="0"/>
          <a:ext cx="0" cy="0"/>
          <a:chOff x="0" y="0"/>
          <a:chExt cx="0" cy="0"/>
        </a:xfrm>
      </p:grpSpPr>
      <p:grpSp>
        <p:nvGrpSpPr>
          <p:cNvPr id="803" name="Google Shape;803;p75"/>
          <p:cNvGrpSpPr/>
          <p:nvPr/>
        </p:nvGrpSpPr>
        <p:grpSpPr>
          <a:xfrm rot="9987480">
            <a:off x="8787028" y="3746728"/>
            <a:ext cx="2188889" cy="2052424"/>
            <a:chOff x="7749926" y="3136297"/>
            <a:chExt cx="3434150" cy="3220050"/>
          </a:xfrm>
        </p:grpSpPr>
        <p:sp>
          <p:nvSpPr>
            <p:cNvPr id="804" name="Google Shape;804;p75"/>
            <p:cNvSpPr/>
            <p:nvPr/>
          </p:nvSpPr>
          <p:spPr>
            <a:xfrm rot="10800000">
              <a:off x="7752107" y="3136297"/>
              <a:ext cx="3417806" cy="1667642"/>
            </a:xfrm>
            <a:custGeom>
              <a:rect b="b" l="l" r="r" t="t"/>
              <a:pathLst>
                <a:path extrusionOk="0" h="3197318" w="4680794">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05" name="Google Shape;805;p75"/>
            <p:cNvSpPr/>
            <p:nvPr/>
          </p:nvSpPr>
          <p:spPr>
            <a:xfrm flipH="1" rot="10800000">
              <a:off x="7749926" y="4717704"/>
              <a:ext cx="3434150" cy="1638643"/>
            </a:xfrm>
            <a:custGeom>
              <a:rect b="b" l="l" r="r" t="t"/>
              <a:pathLst>
                <a:path extrusionOk="0" h="3141721" w="4703179">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solidFill>
              <a:srgbClr val="ADC5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sp>
        <p:nvSpPr>
          <p:cNvPr id="806" name="Google Shape;806;p75"/>
          <p:cNvSpPr/>
          <p:nvPr/>
        </p:nvSpPr>
        <p:spPr>
          <a:xfrm rot="-3014437">
            <a:off x="9746009" y="1839456"/>
            <a:ext cx="1689472" cy="1726240"/>
          </a:xfrm>
          <a:custGeom>
            <a:rect b="b" l="l" r="r" t="t"/>
            <a:pathLst>
              <a:path extrusionOk="0" h="2887517" w="28260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07" name="Google Shape;807;p75"/>
          <p:cNvSpPr/>
          <p:nvPr/>
        </p:nvSpPr>
        <p:spPr>
          <a:xfrm rot="10501542">
            <a:off x="8965047" y="5760735"/>
            <a:ext cx="2447828" cy="1139851"/>
          </a:xfrm>
          <a:custGeom>
            <a:rect b="b" l="l" r="r" t="t"/>
            <a:pathLst>
              <a:path extrusionOk="0" h="1139851" w="2447828">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nvGrpSpPr>
          <p:cNvPr id="808" name="Google Shape;808;p75"/>
          <p:cNvGrpSpPr/>
          <p:nvPr/>
        </p:nvGrpSpPr>
        <p:grpSpPr>
          <a:xfrm>
            <a:off x="9695419" y="5028917"/>
            <a:ext cx="602811" cy="436518"/>
            <a:chOff x="-1002650" y="993938"/>
            <a:chExt cx="737570" cy="534102"/>
          </a:xfrm>
        </p:grpSpPr>
        <p:sp>
          <p:nvSpPr>
            <p:cNvPr id="809" name="Google Shape;809;p75"/>
            <p:cNvSpPr/>
            <p:nvPr/>
          </p:nvSpPr>
          <p:spPr>
            <a:xfrm flipH="1" rot="-757345">
              <a:off x="-987768" y="1008276"/>
              <a:ext cx="148102" cy="152584"/>
            </a:xfrm>
            <a:prstGeom prst="ellipse">
              <a:avLst/>
            </a:prstGeom>
            <a:solidFill>
              <a:srgbClr val="2C34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10" name="Google Shape;810;p75"/>
            <p:cNvSpPr/>
            <p:nvPr/>
          </p:nvSpPr>
          <p:spPr>
            <a:xfrm>
              <a:off x="-747692" y="1428841"/>
              <a:ext cx="257366" cy="99199"/>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11" name="Google Shape;811;p75"/>
            <p:cNvSpPr/>
            <p:nvPr/>
          </p:nvSpPr>
          <p:spPr>
            <a:xfrm rot="5636109">
              <a:off x="-455259" y="970525"/>
              <a:ext cx="141500" cy="229688"/>
            </a:xfrm>
            <a:custGeom>
              <a:rect b="b" l="l" r="r" t="t"/>
              <a:pathLst>
                <a:path extrusionOk="0" h="146914" w="111281">
                  <a:moveTo>
                    <a:pt x="0" y="4905"/>
                  </a:moveTo>
                  <a:cubicBezTo>
                    <a:pt x="42748" y="79468"/>
                    <a:pt x="72320" y="142563"/>
                    <a:pt x="83651" y="146741"/>
                  </a:cubicBezTo>
                  <a:cubicBezTo>
                    <a:pt x="94982" y="150919"/>
                    <a:pt x="92190" y="78958"/>
                    <a:pt x="111281"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grpSp>
        <p:nvGrpSpPr>
          <p:cNvPr id="812" name="Google Shape;812;p75"/>
          <p:cNvGrpSpPr/>
          <p:nvPr/>
        </p:nvGrpSpPr>
        <p:grpSpPr>
          <a:xfrm>
            <a:off x="10231744" y="2603461"/>
            <a:ext cx="688256" cy="306609"/>
            <a:chOff x="10096975" y="5939226"/>
            <a:chExt cx="929806" cy="414217"/>
          </a:xfrm>
        </p:grpSpPr>
        <p:sp>
          <p:nvSpPr>
            <p:cNvPr id="813" name="Google Shape;813;p75"/>
            <p:cNvSpPr/>
            <p:nvPr/>
          </p:nvSpPr>
          <p:spPr>
            <a:xfrm>
              <a:off x="10655179" y="5944357"/>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14" name="Google Shape;814;p75"/>
            <p:cNvSpPr/>
            <p:nvPr/>
          </p:nvSpPr>
          <p:spPr>
            <a:xfrm>
              <a:off x="10273067" y="5939226"/>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15" name="Google Shape;815;p75"/>
            <p:cNvSpPr/>
            <p:nvPr/>
          </p:nvSpPr>
          <p:spPr>
            <a:xfrm>
              <a:off x="10096975" y="6085720"/>
              <a:ext cx="929806" cy="267723"/>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sp>
        <p:nvSpPr>
          <p:cNvPr id="816" name="Google Shape;816;p75"/>
          <p:cNvSpPr txBox="1"/>
          <p:nvPr>
            <p:ph type="title"/>
          </p:nvPr>
        </p:nvSpPr>
        <p:spPr>
          <a:xfrm>
            <a:off x="700790" y="1546860"/>
            <a:ext cx="6096249" cy="1566172"/>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lt2"/>
              </a:buClr>
              <a:buSzPts val="7200"/>
              <a:buFont typeface="JasmineUPC"/>
              <a:buNone/>
              <a:defRPr sz="72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7" name="Google Shape;817;p75"/>
          <p:cNvSpPr txBox="1"/>
          <p:nvPr>
            <p:ph idx="1" type="body"/>
          </p:nvPr>
        </p:nvSpPr>
        <p:spPr>
          <a:xfrm>
            <a:off x="700791" y="3120527"/>
            <a:ext cx="4595828" cy="202859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2"/>
              </a:buClr>
              <a:buSzPts val="1400"/>
              <a:buNone/>
              <a:defRPr>
                <a:solidFill>
                  <a:schemeClr val="lt2"/>
                </a:solidFill>
              </a:defRPr>
            </a:lvl1pPr>
            <a:lvl2pPr indent="-228600" lvl="1" marL="914400" algn="l">
              <a:lnSpc>
                <a:spcPct val="120000"/>
              </a:lnSpc>
              <a:spcBef>
                <a:spcPts val="500"/>
              </a:spcBef>
              <a:spcAft>
                <a:spcPts val="0"/>
              </a:spcAft>
              <a:buClr>
                <a:schemeClr val="lt2"/>
              </a:buClr>
              <a:buSzPts val="1400"/>
              <a:buNone/>
              <a:defRPr>
                <a:solidFill>
                  <a:schemeClr val="lt2"/>
                </a:solidFill>
              </a:defRPr>
            </a:lvl2pPr>
            <a:lvl3pPr indent="-228600" lvl="2" marL="1371600" algn="l">
              <a:lnSpc>
                <a:spcPct val="120000"/>
              </a:lnSpc>
              <a:spcBef>
                <a:spcPts val="500"/>
              </a:spcBef>
              <a:spcAft>
                <a:spcPts val="0"/>
              </a:spcAft>
              <a:buClr>
                <a:schemeClr val="lt2"/>
              </a:buClr>
              <a:buSzPts val="1400"/>
              <a:buNone/>
              <a:defRPr>
                <a:solidFill>
                  <a:schemeClr val="lt2"/>
                </a:solidFill>
              </a:defRPr>
            </a:lvl3pPr>
            <a:lvl4pPr indent="-228600" lvl="3" marL="1828800" algn="l">
              <a:lnSpc>
                <a:spcPct val="120000"/>
              </a:lnSpc>
              <a:spcBef>
                <a:spcPts val="500"/>
              </a:spcBef>
              <a:spcAft>
                <a:spcPts val="0"/>
              </a:spcAft>
              <a:buClr>
                <a:schemeClr val="lt2"/>
              </a:buClr>
              <a:buSzPts val="1400"/>
              <a:buNone/>
              <a:defRPr>
                <a:solidFill>
                  <a:schemeClr val="lt2"/>
                </a:solidFill>
              </a:defRPr>
            </a:lvl4pPr>
            <a:lvl5pPr indent="-228600" lvl="4" marL="2286000" algn="l">
              <a:lnSpc>
                <a:spcPct val="120000"/>
              </a:lnSpc>
              <a:spcBef>
                <a:spcPts val="500"/>
              </a:spcBef>
              <a:spcAft>
                <a:spcPts val="0"/>
              </a:spcAft>
              <a:buClr>
                <a:schemeClr val="lt2"/>
              </a:buClr>
              <a:buSzPts val="1400"/>
              <a:buNone/>
              <a:defRPr>
                <a:solidFill>
                  <a:schemeClr val="lt2"/>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18" name="Google Shape;818;p75"/>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9" name="Google Shape;819;p75"/>
          <p:cNvSpPr txBox="1"/>
          <p:nvPr>
            <p:ph idx="10" type="dt"/>
          </p:nvPr>
        </p:nvSpPr>
        <p:spPr>
          <a:xfrm>
            <a:off x="6797039" y="6356350"/>
            <a:ext cx="180108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0" name="Google Shape;820;p75"/>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lt2"/>
                </a:solidFill>
                <a:latin typeface="Raleway"/>
                <a:ea typeface="Raleway"/>
                <a:cs typeface="Raleway"/>
                <a:sym typeface="Raleway"/>
              </a:defRPr>
            </a:lvl1pPr>
            <a:lvl2pPr indent="0" lvl="1" marL="0" algn="r">
              <a:spcBef>
                <a:spcPts val="0"/>
              </a:spcBef>
              <a:buNone/>
              <a:defRPr sz="800" cap="none">
                <a:solidFill>
                  <a:schemeClr val="lt2"/>
                </a:solidFill>
                <a:latin typeface="Raleway"/>
                <a:ea typeface="Raleway"/>
                <a:cs typeface="Raleway"/>
                <a:sym typeface="Raleway"/>
              </a:defRPr>
            </a:lvl2pPr>
            <a:lvl3pPr indent="0" lvl="2" marL="0" algn="r">
              <a:spcBef>
                <a:spcPts val="0"/>
              </a:spcBef>
              <a:buNone/>
              <a:defRPr sz="800" cap="none">
                <a:solidFill>
                  <a:schemeClr val="lt2"/>
                </a:solidFill>
                <a:latin typeface="Raleway"/>
                <a:ea typeface="Raleway"/>
                <a:cs typeface="Raleway"/>
                <a:sym typeface="Raleway"/>
              </a:defRPr>
            </a:lvl3pPr>
            <a:lvl4pPr indent="0" lvl="3" marL="0" algn="r">
              <a:spcBef>
                <a:spcPts val="0"/>
              </a:spcBef>
              <a:buNone/>
              <a:defRPr sz="800" cap="none">
                <a:solidFill>
                  <a:schemeClr val="lt2"/>
                </a:solidFill>
                <a:latin typeface="Raleway"/>
                <a:ea typeface="Raleway"/>
                <a:cs typeface="Raleway"/>
                <a:sym typeface="Raleway"/>
              </a:defRPr>
            </a:lvl4pPr>
            <a:lvl5pPr indent="0" lvl="4" marL="0" algn="r">
              <a:spcBef>
                <a:spcPts val="0"/>
              </a:spcBef>
              <a:buNone/>
              <a:defRPr sz="800" cap="none">
                <a:solidFill>
                  <a:schemeClr val="lt2"/>
                </a:solidFill>
                <a:latin typeface="Raleway"/>
                <a:ea typeface="Raleway"/>
                <a:cs typeface="Raleway"/>
                <a:sym typeface="Raleway"/>
              </a:defRPr>
            </a:lvl5pPr>
            <a:lvl6pPr indent="0" lvl="5" marL="0" algn="r">
              <a:spcBef>
                <a:spcPts val="0"/>
              </a:spcBef>
              <a:buNone/>
              <a:defRPr sz="800" cap="none">
                <a:solidFill>
                  <a:schemeClr val="lt2"/>
                </a:solidFill>
                <a:latin typeface="Raleway"/>
                <a:ea typeface="Raleway"/>
                <a:cs typeface="Raleway"/>
                <a:sym typeface="Raleway"/>
              </a:defRPr>
            </a:lvl6pPr>
            <a:lvl7pPr indent="0" lvl="6" marL="0" algn="r">
              <a:spcBef>
                <a:spcPts val="0"/>
              </a:spcBef>
              <a:buNone/>
              <a:defRPr sz="800" cap="none">
                <a:solidFill>
                  <a:schemeClr val="lt2"/>
                </a:solidFill>
                <a:latin typeface="Raleway"/>
                <a:ea typeface="Raleway"/>
                <a:cs typeface="Raleway"/>
                <a:sym typeface="Raleway"/>
              </a:defRPr>
            </a:lvl7pPr>
            <a:lvl8pPr indent="0" lvl="7" marL="0" algn="r">
              <a:spcBef>
                <a:spcPts val="0"/>
              </a:spcBef>
              <a:buNone/>
              <a:defRPr sz="800" cap="none">
                <a:solidFill>
                  <a:schemeClr val="lt2"/>
                </a:solidFill>
                <a:latin typeface="Raleway"/>
                <a:ea typeface="Raleway"/>
                <a:cs typeface="Raleway"/>
                <a:sym typeface="Raleway"/>
              </a:defRPr>
            </a:lvl8pPr>
            <a:lvl9pPr indent="0" lvl="8" marL="0" algn="r">
              <a:spcBef>
                <a:spcPts val="0"/>
              </a:spcBef>
              <a:buNone/>
              <a:defRPr sz="800" cap="none">
                <a:solidFill>
                  <a:schemeClr val="lt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2">
  <p:cSld name="Conclusion 2">
    <p:bg>
      <p:bgPr>
        <a:solidFill>
          <a:schemeClr val="accent3"/>
        </a:solidFill>
      </p:bgPr>
    </p:bg>
    <p:spTree>
      <p:nvGrpSpPr>
        <p:cNvPr id="821" name="Shape 821"/>
        <p:cNvGrpSpPr/>
        <p:nvPr/>
      </p:nvGrpSpPr>
      <p:grpSpPr>
        <a:xfrm>
          <a:off x="0" y="0"/>
          <a:ext cx="0" cy="0"/>
          <a:chOff x="0" y="0"/>
          <a:chExt cx="0" cy="0"/>
        </a:xfrm>
      </p:grpSpPr>
      <p:sp>
        <p:nvSpPr>
          <p:cNvPr id="822" name="Google Shape;822;p76"/>
          <p:cNvSpPr/>
          <p:nvPr/>
        </p:nvSpPr>
        <p:spPr>
          <a:xfrm rot="-10286466">
            <a:off x="9000950" y="5728012"/>
            <a:ext cx="2396342" cy="1094132"/>
          </a:xfrm>
          <a:custGeom>
            <a:rect b="b" l="l" r="r" t="t"/>
            <a:pathLst>
              <a:path extrusionOk="0" h="1094132" w="239634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23" name="Google Shape;823;p76"/>
          <p:cNvSpPr/>
          <p:nvPr/>
        </p:nvSpPr>
        <p:spPr>
          <a:xfrm rot="-2343542">
            <a:off x="10043602" y="4079772"/>
            <a:ext cx="1794766" cy="1833826"/>
          </a:xfrm>
          <a:custGeom>
            <a:rect b="b" l="l" r="r" t="t"/>
            <a:pathLst>
              <a:path extrusionOk="0" h="2887517" w="28260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rgbClr val="E4C17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nvGrpSpPr>
          <p:cNvPr id="824" name="Google Shape;824;p76"/>
          <p:cNvGrpSpPr/>
          <p:nvPr/>
        </p:nvGrpSpPr>
        <p:grpSpPr>
          <a:xfrm rot="339675">
            <a:off x="10606797" y="4942265"/>
            <a:ext cx="688256" cy="306609"/>
            <a:chOff x="10096975" y="5939226"/>
            <a:chExt cx="929806" cy="414217"/>
          </a:xfrm>
        </p:grpSpPr>
        <p:sp>
          <p:nvSpPr>
            <p:cNvPr id="825" name="Google Shape;825;p76"/>
            <p:cNvSpPr/>
            <p:nvPr/>
          </p:nvSpPr>
          <p:spPr>
            <a:xfrm>
              <a:off x="10655179" y="5944357"/>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26" name="Google Shape;826;p76"/>
            <p:cNvSpPr/>
            <p:nvPr/>
          </p:nvSpPr>
          <p:spPr>
            <a:xfrm>
              <a:off x="10273067" y="5939226"/>
              <a:ext cx="213549" cy="76328"/>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sp>
          <p:nvSpPr>
            <p:cNvPr id="827" name="Google Shape;827;p76"/>
            <p:cNvSpPr/>
            <p:nvPr/>
          </p:nvSpPr>
          <p:spPr>
            <a:xfrm>
              <a:off x="10096975" y="6085720"/>
              <a:ext cx="929806" cy="267723"/>
            </a:xfrm>
            <a:custGeom>
              <a:rect b="b" l="l" r="r" t="t"/>
              <a:pathLst>
                <a:path extrusionOk="0" h="91665" w="202403">
                  <a:moveTo>
                    <a:pt x="0" y="6914"/>
                  </a:moveTo>
                  <a:cubicBezTo>
                    <a:pt x="4431" y="75571"/>
                    <a:pt x="73464" y="92764"/>
                    <a:pt x="107170" y="91612"/>
                  </a:cubicBezTo>
                  <a:cubicBezTo>
                    <a:pt x="140876" y="90460"/>
                    <a:pt x="206106" y="71366"/>
                    <a:pt x="202239" y="0"/>
                  </a:cubicBezTo>
                </a:path>
              </a:pathLst>
            </a:custGeom>
            <a:noFill/>
            <a:ln cap="rnd" cmpd="sng" w="53975">
              <a:solidFill>
                <a:srgbClr val="2C343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Raleway"/>
                <a:ea typeface="Raleway"/>
                <a:cs typeface="Raleway"/>
                <a:sym typeface="Raleway"/>
              </a:endParaRPr>
            </a:p>
          </p:txBody>
        </p:sp>
      </p:grpSp>
      <p:sp>
        <p:nvSpPr>
          <p:cNvPr id="828" name="Google Shape;828;p76"/>
          <p:cNvSpPr txBox="1"/>
          <p:nvPr>
            <p:ph type="title"/>
          </p:nvPr>
        </p:nvSpPr>
        <p:spPr>
          <a:xfrm>
            <a:off x="700790" y="1535974"/>
            <a:ext cx="6096249" cy="1446597"/>
          </a:xfrm>
          <a:prstGeom prst="rect">
            <a:avLst/>
          </a:prstGeom>
          <a:noFill/>
          <a:ln>
            <a:noFill/>
          </a:ln>
        </p:spPr>
        <p:txBody>
          <a:bodyPr anchorCtr="0" anchor="b" bIns="45700" lIns="91425" spcFirstLastPara="1" rIns="91425" wrap="square" tIns="45700">
            <a:normAutofit/>
          </a:bodyPr>
          <a:lstStyle>
            <a:lvl1pPr lvl="0" algn="l">
              <a:lnSpc>
                <a:spcPct val="55000"/>
              </a:lnSpc>
              <a:spcBef>
                <a:spcPts val="0"/>
              </a:spcBef>
              <a:spcAft>
                <a:spcPts val="0"/>
              </a:spcAft>
              <a:buClr>
                <a:schemeClr val="lt2"/>
              </a:buClr>
              <a:buSzPts val="7200"/>
              <a:buFont typeface="JasmineUPC"/>
              <a:buNone/>
              <a:defRPr sz="72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9" name="Google Shape;829;p76"/>
          <p:cNvSpPr txBox="1"/>
          <p:nvPr>
            <p:ph idx="1" type="body"/>
          </p:nvPr>
        </p:nvSpPr>
        <p:spPr>
          <a:xfrm>
            <a:off x="700791" y="2993457"/>
            <a:ext cx="8894912" cy="215566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2"/>
              </a:buClr>
              <a:buSzPts val="1400"/>
              <a:buNone/>
              <a:defRPr>
                <a:solidFill>
                  <a:schemeClr val="lt2"/>
                </a:solidFill>
              </a:defRPr>
            </a:lvl1pPr>
            <a:lvl2pPr indent="-228600" lvl="1" marL="914400" algn="l">
              <a:lnSpc>
                <a:spcPct val="120000"/>
              </a:lnSpc>
              <a:spcBef>
                <a:spcPts val="500"/>
              </a:spcBef>
              <a:spcAft>
                <a:spcPts val="0"/>
              </a:spcAft>
              <a:buClr>
                <a:schemeClr val="lt2"/>
              </a:buClr>
              <a:buSzPts val="1400"/>
              <a:buNone/>
              <a:defRPr>
                <a:solidFill>
                  <a:schemeClr val="lt2"/>
                </a:solidFill>
              </a:defRPr>
            </a:lvl2pPr>
            <a:lvl3pPr indent="-228600" lvl="2" marL="1371600" algn="l">
              <a:lnSpc>
                <a:spcPct val="120000"/>
              </a:lnSpc>
              <a:spcBef>
                <a:spcPts val="500"/>
              </a:spcBef>
              <a:spcAft>
                <a:spcPts val="0"/>
              </a:spcAft>
              <a:buClr>
                <a:schemeClr val="lt2"/>
              </a:buClr>
              <a:buSzPts val="1400"/>
              <a:buNone/>
              <a:defRPr>
                <a:solidFill>
                  <a:schemeClr val="lt2"/>
                </a:solidFill>
              </a:defRPr>
            </a:lvl3pPr>
            <a:lvl4pPr indent="-228600" lvl="3" marL="1828800" algn="l">
              <a:lnSpc>
                <a:spcPct val="120000"/>
              </a:lnSpc>
              <a:spcBef>
                <a:spcPts val="500"/>
              </a:spcBef>
              <a:spcAft>
                <a:spcPts val="0"/>
              </a:spcAft>
              <a:buClr>
                <a:schemeClr val="lt2"/>
              </a:buClr>
              <a:buSzPts val="1400"/>
              <a:buNone/>
              <a:defRPr>
                <a:solidFill>
                  <a:schemeClr val="lt2"/>
                </a:solidFill>
              </a:defRPr>
            </a:lvl4pPr>
            <a:lvl5pPr indent="-228600" lvl="4" marL="2286000" algn="l">
              <a:lnSpc>
                <a:spcPct val="120000"/>
              </a:lnSpc>
              <a:spcBef>
                <a:spcPts val="500"/>
              </a:spcBef>
              <a:spcAft>
                <a:spcPts val="0"/>
              </a:spcAft>
              <a:buClr>
                <a:schemeClr val="lt2"/>
              </a:buClr>
              <a:buSzPts val="1400"/>
              <a:buNone/>
              <a:defRPr>
                <a:solidFill>
                  <a:schemeClr val="lt2"/>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30" name="Google Shape;830;p76"/>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1" name="Google Shape;831;p76"/>
          <p:cNvSpPr txBox="1"/>
          <p:nvPr>
            <p:ph idx="10" type="dt"/>
          </p:nvPr>
        </p:nvSpPr>
        <p:spPr>
          <a:xfrm>
            <a:off x="6987577" y="6356350"/>
            <a:ext cx="180108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2" name="Google Shape;832;p76"/>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cap="none">
                <a:solidFill>
                  <a:schemeClr val="lt2"/>
                </a:solidFill>
                <a:latin typeface="Raleway"/>
                <a:ea typeface="Raleway"/>
                <a:cs typeface="Raleway"/>
                <a:sym typeface="Raleway"/>
              </a:defRPr>
            </a:lvl1pPr>
            <a:lvl2pPr indent="0" lvl="1" marL="0" algn="r">
              <a:spcBef>
                <a:spcPts val="0"/>
              </a:spcBef>
              <a:buNone/>
              <a:defRPr sz="800" cap="none">
                <a:solidFill>
                  <a:schemeClr val="lt2"/>
                </a:solidFill>
                <a:latin typeface="Raleway"/>
                <a:ea typeface="Raleway"/>
                <a:cs typeface="Raleway"/>
                <a:sym typeface="Raleway"/>
              </a:defRPr>
            </a:lvl2pPr>
            <a:lvl3pPr indent="0" lvl="2" marL="0" algn="r">
              <a:spcBef>
                <a:spcPts val="0"/>
              </a:spcBef>
              <a:buNone/>
              <a:defRPr sz="800" cap="none">
                <a:solidFill>
                  <a:schemeClr val="lt2"/>
                </a:solidFill>
                <a:latin typeface="Raleway"/>
                <a:ea typeface="Raleway"/>
                <a:cs typeface="Raleway"/>
                <a:sym typeface="Raleway"/>
              </a:defRPr>
            </a:lvl3pPr>
            <a:lvl4pPr indent="0" lvl="3" marL="0" algn="r">
              <a:spcBef>
                <a:spcPts val="0"/>
              </a:spcBef>
              <a:buNone/>
              <a:defRPr sz="800" cap="none">
                <a:solidFill>
                  <a:schemeClr val="lt2"/>
                </a:solidFill>
                <a:latin typeface="Raleway"/>
                <a:ea typeface="Raleway"/>
                <a:cs typeface="Raleway"/>
                <a:sym typeface="Raleway"/>
              </a:defRPr>
            </a:lvl4pPr>
            <a:lvl5pPr indent="0" lvl="4" marL="0" algn="r">
              <a:spcBef>
                <a:spcPts val="0"/>
              </a:spcBef>
              <a:buNone/>
              <a:defRPr sz="800" cap="none">
                <a:solidFill>
                  <a:schemeClr val="lt2"/>
                </a:solidFill>
                <a:latin typeface="Raleway"/>
                <a:ea typeface="Raleway"/>
                <a:cs typeface="Raleway"/>
                <a:sym typeface="Raleway"/>
              </a:defRPr>
            </a:lvl5pPr>
            <a:lvl6pPr indent="0" lvl="5" marL="0" algn="r">
              <a:spcBef>
                <a:spcPts val="0"/>
              </a:spcBef>
              <a:buNone/>
              <a:defRPr sz="800" cap="none">
                <a:solidFill>
                  <a:schemeClr val="lt2"/>
                </a:solidFill>
                <a:latin typeface="Raleway"/>
                <a:ea typeface="Raleway"/>
                <a:cs typeface="Raleway"/>
                <a:sym typeface="Raleway"/>
              </a:defRPr>
            </a:lvl6pPr>
            <a:lvl7pPr indent="0" lvl="6" marL="0" algn="r">
              <a:spcBef>
                <a:spcPts val="0"/>
              </a:spcBef>
              <a:buNone/>
              <a:defRPr sz="800" cap="none">
                <a:solidFill>
                  <a:schemeClr val="lt2"/>
                </a:solidFill>
                <a:latin typeface="Raleway"/>
                <a:ea typeface="Raleway"/>
                <a:cs typeface="Raleway"/>
                <a:sym typeface="Raleway"/>
              </a:defRPr>
            </a:lvl7pPr>
            <a:lvl8pPr indent="0" lvl="7" marL="0" algn="r">
              <a:spcBef>
                <a:spcPts val="0"/>
              </a:spcBef>
              <a:buNone/>
              <a:defRPr sz="800" cap="none">
                <a:solidFill>
                  <a:schemeClr val="lt2"/>
                </a:solidFill>
                <a:latin typeface="Raleway"/>
                <a:ea typeface="Raleway"/>
                <a:cs typeface="Raleway"/>
                <a:sym typeface="Raleway"/>
              </a:defRPr>
            </a:lvl8pPr>
            <a:lvl9pPr indent="0" lvl="8" marL="0" algn="r">
              <a:spcBef>
                <a:spcPts val="0"/>
              </a:spcBef>
              <a:buNone/>
              <a:defRPr sz="800" cap="none">
                <a:solidFill>
                  <a:schemeClr val="lt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theme" Target="../theme/theme2.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99660" y="505522"/>
            <a:ext cx="10515600" cy="981160"/>
          </a:xfrm>
          <a:prstGeom prst="rect">
            <a:avLst/>
          </a:prstGeom>
          <a:noFill/>
          <a:ln>
            <a:noFill/>
          </a:ln>
        </p:spPr>
        <p:txBody>
          <a:bodyPr anchorCtr="0" anchor="b" bIns="45700" lIns="91425" spcFirstLastPara="1" rIns="91425" wrap="square" tIns="45700">
            <a:normAutofit/>
          </a:bodyPr>
          <a:lstStyle>
            <a:lvl1pPr lvl="0" marR="0" rtl="0" algn="l">
              <a:lnSpc>
                <a:spcPct val="55000"/>
              </a:lnSpc>
              <a:spcBef>
                <a:spcPts val="0"/>
              </a:spcBef>
              <a:spcAft>
                <a:spcPts val="0"/>
              </a:spcAft>
              <a:buClr>
                <a:schemeClr val="dk2"/>
              </a:buClr>
              <a:buSzPts val="4400"/>
              <a:buFont typeface="JasmineUPC"/>
              <a:buNone/>
              <a:defRPr b="1" i="0" sz="4400" u="none" cap="none" strike="noStrike">
                <a:solidFill>
                  <a:schemeClr val="dk2"/>
                </a:solidFill>
                <a:latin typeface="JasmineUPC"/>
                <a:ea typeface="JasmineUPC"/>
                <a:cs typeface="JasmineUPC"/>
                <a:sym typeface="JasmineUP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699660" y="1514531"/>
            <a:ext cx="10515600" cy="4597783"/>
          </a:xfrm>
          <a:prstGeom prst="rect">
            <a:avLst/>
          </a:prstGeom>
          <a:noFill/>
          <a:ln>
            <a:noFill/>
          </a:ln>
        </p:spPr>
        <p:txBody>
          <a:bodyPr anchorCtr="0" anchor="t" bIns="45700" lIns="91425" spcFirstLastPara="1" rIns="91425" wrap="square" tIns="45700">
            <a:normAutofit/>
          </a:bodyPr>
          <a:lstStyle>
            <a:lvl1pPr indent="-317500" lvl="0" marL="457200" marR="0" rtl="0" algn="l">
              <a:lnSpc>
                <a:spcPct val="120000"/>
              </a:lnSpc>
              <a:spcBef>
                <a:spcPts val="1000"/>
              </a:spcBef>
              <a:spcAft>
                <a:spcPts val="0"/>
              </a:spcAft>
              <a:buClr>
                <a:schemeClr val="dk2"/>
              </a:buClr>
              <a:buSzPts val="1400"/>
              <a:buFont typeface="Arial"/>
              <a:buChar char="•"/>
              <a:defRPr b="0" i="0" sz="1400" u="none" cap="none" strike="noStrike">
                <a:solidFill>
                  <a:schemeClr val="dk2"/>
                </a:solidFill>
                <a:latin typeface="Raleway"/>
                <a:ea typeface="Raleway"/>
                <a:cs typeface="Raleway"/>
                <a:sym typeface="Raleway"/>
              </a:defRPr>
            </a:lvl1pPr>
            <a:lvl2pPr indent="-317500" lvl="1" marL="914400" marR="0" rtl="0" algn="l">
              <a:lnSpc>
                <a:spcPct val="120000"/>
              </a:lnSpc>
              <a:spcBef>
                <a:spcPts val="500"/>
              </a:spcBef>
              <a:spcAft>
                <a:spcPts val="0"/>
              </a:spcAft>
              <a:buClr>
                <a:schemeClr val="dk2"/>
              </a:buClr>
              <a:buSzPts val="1400"/>
              <a:buFont typeface="Arial"/>
              <a:buChar char="•"/>
              <a:defRPr b="0" i="0" sz="1400" u="none" cap="none" strike="noStrike">
                <a:solidFill>
                  <a:schemeClr val="dk2"/>
                </a:solidFill>
                <a:latin typeface="Raleway"/>
                <a:ea typeface="Raleway"/>
                <a:cs typeface="Raleway"/>
                <a:sym typeface="Raleway"/>
              </a:defRPr>
            </a:lvl2pPr>
            <a:lvl3pPr indent="-317500" lvl="2" marL="1371600" marR="0" rtl="0" algn="l">
              <a:lnSpc>
                <a:spcPct val="120000"/>
              </a:lnSpc>
              <a:spcBef>
                <a:spcPts val="500"/>
              </a:spcBef>
              <a:spcAft>
                <a:spcPts val="0"/>
              </a:spcAft>
              <a:buClr>
                <a:schemeClr val="dk2"/>
              </a:buClr>
              <a:buSzPts val="1400"/>
              <a:buFont typeface="Arial"/>
              <a:buChar char="•"/>
              <a:defRPr b="0" i="0" sz="1400" u="none" cap="none" strike="noStrike">
                <a:solidFill>
                  <a:schemeClr val="dk2"/>
                </a:solidFill>
                <a:latin typeface="Raleway"/>
                <a:ea typeface="Raleway"/>
                <a:cs typeface="Raleway"/>
                <a:sym typeface="Raleway"/>
              </a:defRPr>
            </a:lvl3pPr>
            <a:lvl4pPr indent="-317500" lvl="3" marL="1828800" marR="0" rtl="0" algn="l">
              <a:lnSpc>
                <a:spcPct val="120000"/>
              </a:lnSpc>
              <a:spcBef>
                <a:spcPts val="500"/>
              </a:spcBef>
              <a:spcAft>
                <a:spcPts val="0"/>
              </a:spcAft>
              <a:buClr>
                <a:schemeClr val="dk2"/>
              </a:buClr>
              <a:buSzPts val="1400"/>
              <a:buFont typeface="Arial"/>
              <a:buChar char="•"/>
              <a:defRPr b="0" i="0" sz="1400" u="none" cap="none" strike="noStrike">
                <a:solidFill>
                  <a:schemeClr val="dk2"/>
                </a:solidFill>
                <a:latin typeface="Raleway"/>
                <a:ea typeface="Raleway"/>
                <a:cs typeface="Raleway"/>
                <a:sym typeface="Raleway"/>
              </a:defRPr>
            </a:lvl4pPr>
            <a:lvl5pPr indent="-317500" lvl="4" marL="2286000" marR="0" rtl="0" algn="l">
              <a:lnSpc>
                <a:spcPct val="120000"/>
              </a:lnSpc>
              <a:spcBef>
                <a:spcPts val="500"/>
              </a:spcBef>
              <a:spcAft>
                <a:spcPts val="0"/>
              </a:spcAft>
              <a:buClr>
                <a:schemeClr val="dk2"/>
              </a:buClr>
              <a:buSzPts val="1400"/>
              <a:buFont typeface="Arial"/>
              <a:buChar char="•"/>
              <a:defRPr b="0" i="0" sz="1400" u="none" cap="none" strike="noStrike">
                <a:solidFill>
                  <a:schemeClr val="dk2"/>
                </a:solidFill>
                <a:latin typeface="Raleway"/>
                <a:ea typeface="Raleway"/>
                <a:cs typeface="Raleway"/>
                <a:sym typeface="Raleway"/>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aleway"/>
                <a:ea typeface="Raleway"/>
                <a:cs typeface="Raleway"/>
                <a:sym typeface="Raleway"/>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aleway"/>
                <a:ea typeface="Raleway"/>
                <a:cs typeface="Raleway"/>
                <a:sym typeface="Raleway"/>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aleway"/>
                <a:ea typeface="Raleway"/>
                <a:cs typeface="Raleway"/>
                <a:sym typeface="Raleway"/>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aleway"/>
                <a:ea typeface="Raleway"/>
                <a:cs typeface="Raleway"/>
                <a:sym typeface="Raleway"/>
              </a:defRPr>
            </a:lvl9pPr>
          </a:lstStyle>
          <a:p/>
        </p:txBody>
      </p:sp>
      <p:sp>
        <p:nvSpPr>
          <p:cNvPr id="12" name="Google Shape;12;p13"/>
          <p:cNvSpPr txBox="1"/>
          <p:nvPr>
            <p:ph idx="11" type="ftr"/>
          </p:nvPr>
        </p:nvSpPr>
        <p:spPr>
          <a:xfrm>
            <a:off x="699660" y="6356350"/>
            <a:ext cx="317268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dk2"/>
                </a:solidFill>
                <a:latin typeface="Raleway"/>
                <a:ea typeface="Raleway"/>
                <a:cs typeface="Raleway"/>
                <a:sym typeface="Raleway"/>
              </a:defRPr>
            </a:lvl1pPr>
            <a:lvl2pPr lvl="1"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2pPr>
            <a:lvl3pPr lvl="2"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3pPr>
            <a:lvl4pPr lvl="3"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4pPr>
            <a:lvl5pPr lvl="4"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5pPr>
            <a:lvl6pPr lvl="5"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6pPr>
            <a:lvl7pPr lvl="6"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7pPr>
            <a:lvl8pPr lvl="7"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8pPr>
            <a:lvl9pPr lvl="8"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9pPr>
          </a:lstStyle>
          <a:p/>
        </p:txBody>
      </p:sp>
      <p:sp>
        <p:nvSpPr>
          <p:cNvPr id="13" name="Google Shape;13;p13"/>
          <p:cNvSpPr txBox="1"/>
          <p:nvPr>
            <p:ph idx="10" type="dt"/>
          </p:nvPr>
        </p:nvSpPr>
        <p:spPr>
          <a:xfrm>
            <a:off x="9266713" y="6356350"/>
            <a:ext cx="2066535"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800" u="none" cap="none" strike="noStrike">
                <a:solidFill>
                  <a:schemeClr val="dk2"/>
                </a:solidFill>
                <a:latin typeface="Raleway"/>
                <a:ea typeface="Raleway"/>
                <a:cs typeface="Raleway"/>
                <a:sym typeface="Raleway"/>
              </a:defRPr>
            </a:lvl1pPr>
            <a:lvl2pPr lvl="1"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2pPr>
            <a:lvl3pPr lvl="2"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3pPr>
            <a:lvl4pPr lvl="3"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4pPr>
            <a:lvl5pPr lvl="4"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5pPr>
            <a:lvl6pPr lvl="5"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6pPr>
            <a:lvl7pPr lvl="6"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7pPr>
            <a:lvl8pPr lvl="7"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8pPr>
            <a:lvl9pPr lvl="8" marR="0" rtl="0" algn="l">
              <a:spcBef>
                <a:spcPts val="0"/>
              </a:spcBef>
              <a:spcAft>
                <a:spcPts val="0"/>
              </a:spcAft>
              <a:buSzPts val="1400"/>
              <a:buNone/>
              <a:defRPr b="0" i="0" sz="1800" u="none" cap="none" strike="noStrike">
                <a:solidFill>
                  <a:schemeClr val="dk1"/>
                </a:solidFill>
                <a:latin typeface="Raleway"/>
                <a:ea typeface="Raleway"/>
                <a:cs typeface="Raleway"/>
                <a:sym typeface="Raleway"/>
              </a:defRPr>
            </a:lvl9pPr>
          </a:lstStyle>
          <a:p/>
        </p:txBody>
      </p:sp>
      <p:sp>
        <p:nvSpPr>
          <p:cNvPr id="14" name="Google Shape;14;p13"/>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00" u="none" cap="none" strike="noStrike">
                <a:solidFill>
                  <a:schemeClr val="dk2"/>
                </a:solidFill>
                <a:latin typeface="Raleway"/>
                <a:ea typeface="Raleway"/>
                <a:cs typeface="Raleway"/>
                <a:sym typeface="Raleway"/>
              </a:defRPr>
            </a:lvl1pPr>
            <a:lvl2pPr indent="0" lvl="1" marL="0" marR="0" rtl="0" algn="r">
              <a:spcBef>
                <a:spcPts val="0"/>
              </a:spcBef>
              <a:buNone/>
              <a:defRPr b="0" i="0" sz="800" u="none" cap="none" strike="noStrike">
                <a:solidFill>
                  <a:schemeClr val="dk2"/>
                </a:solidFill>
                <a:latin typeface="Raleway"/>
                <a:ea typeface="Raleway"/>
                <a:cs typeface="Raleway"/>
                <a:sym typeface="Raleway"/>
              </a:defRPr>
            </a:lvl2pPr>
            <a:lvl3pPr indent="0" lvl="2" marL="0" marR="0" rtl="0" algn="r">
              <a:spcBef>
                <a:spcPts val="0"/>
              </a:spcBef>
              <a:buNone/>
              <a:defRPr b="0" i="0" sz="800" u="none" cap="none" strike="noStrike">
                <a:solidFill>
                  <a:schemeClr val="dk2"/>
                </a:solidFill>
                <a:latin typeface="Raleway"/>
                <a:ea typeface="Raleway"/>
                <a:cs typeface="Raleway"/>
                <a:sym typeface="Raleway"/>
              </a:defRPr>
            </a:lvl3pPr>
            <a:lvl4pPr indent="0" lvl="3" marL="0" marR="0" rtl="0" algn="r">
              <a:spcBef>
                <a:spcPts val="0"/>
              </a:spcBef>
              <a:buNone/>
              <a:defRPr b="0" i="0" sz="800" u="none" cap="none" strike="noStrike">
                <a:solidFill>
                  <a:schemeClr val="dk2"/>
                </a:solidFill>
                <a:latin typeface="Raleway"/>
                <a:ea typeface="Raleway"/>
                <a:cs typeface="Raleway"/>
                <a:sym typeface="Raleway"/>
              </a:defRPr>
            </a:lvl4pPr>
            <a:lvl5pPr indent="0" lvl="4" marL="0" marR="0" rtl="0" algn="r">
              <a:spcBef>
                <a:spcPts val="0"/>
              </a:spcBef>
              <a:buNone/>
              <a:defRPr b="0" i="0" sz="800" u="none" cap="none" strike="noStrike">
                <a:solidFill>
                  <a:schemeClr val="dk2"/>
                </a:solidFill>
                <a:latin typeface="Raleway"/>
                <a:ea typeface="Raleway"/>
                <a:cs typeface="Raleway"/>
                <a:sym typeface="Raleway"/>
              </a:defRPr>
            </a:lvl5pPr>
            <a:lvl6pPr indent="0" lvl="5" marL="0" marR="0" rtl="0" algn="r">
              <a:spcBef>
                <a:spcPts val="0"/>
              </a:spcBef>
              <a:buNone/>
              <a:defRPr b="0" i="0" sz="800" u="none" cap="none" strike="noStrike">
                <a:solidFill>
                  <a:schemeClr val="dk2"/>
                </a:solidFill>
                <a:latin typeface="Raleway"/>
                <a:ea typeface="Raleway"/>
                <a:cs typeface="Raleway"/>
                <a:sym typeface="Raleway"/>
              </a:defRPr>
            </a:lvl6pPr>
            <a:lvl7pPr indent="0" lvl="6" marL="0" marR="0" rtl="0" algn="r">
              <a:spcBef>
                <a:spcPts val="0"/>
              </a:spcBef>
              <a:buNone/>
              <a:defRPr b="0" i="0" sz="800" u="none" cap="none" strike="noStrike">
                <a:solidFill>
                  <a:schemeClr val="dk2"/>
                </a:solidFill>
                <a:latin typeface="Raleway"/>
                <a:ea typeface="Raleway"/>
                <a:cs typeface="Raleway"/>
                <a:sym typeface="Raleway"/>
              </a:defRPr>
            </a:lvl7pPr>
            <a:lvl8pPr indent="0" lvl="7" marL="0" marR="0" rtl="0" algn="r">
              <a:spcBef>
                <a:spcPts val="0"/>
              </a:spcBef>
              <a:buNone/>
              <a:defRPr b="0" i="0" sz="800" u="none" cap="none" strike="noStrike">
                <a:solidFill>
                  <a:schemeClr val="dk2"/>
                </a:solidFill>
                <a:latin typeface="Raleway"/>
                <a:ea typeface="Raleway"/>
                <a:cs typeface="Raleway"/>
                <a:sym typeface="Raleway"/>
              </a:defRPr>
            </a:lvl8pPr>
            <a:lvl9pPr indent="0" lvl="8" marL="0" marR="0" rtl="0" algn="r">
              <a:spcBef>
                <a:spcPts val="0"/>
              </a:spcBef>
              <a:buNone/>
              <a:defRPr b="0" i="0" sz="8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
          <p:cNvSpPr txBox="1"/>
          <p:nvPr>
            <p:ph type="title"/>
          </p:nvPr>
        </p:nvSpPr>
        <p:spPr>
          <a:xfrm>
            <a:off x="699650" y="814455"/>
            <a:ext cx="7481700" cy="4050900"/>
          </a:xfrm>
          <a:prstGeom prst="rect">
            <a:avLst/>
          </a:prstGeom>
          <a:noFill/>
          <a:ln>
            <a:noFill/>
          </a:ln>
        </p:spPr>
        <p:txBody>
          <a:bodyPr anchorCtr="0" anchor="b" bIns="45700" lIns="91425" spcFirstLastPara="1" rIns="91425" wrap="square" tIns="45700">
            <a:noAutofit/>
          </a:bodyPr>
          <a:lstStyle/>
          <a:p>
            <a:pPr indent="0" lvl="0" marL="0" rtl="0" algn="l">
              <a:lnSpc>
                <a:spcPct val="115000"/>
              </a:lnSpc>
              <a:spcBef>
                <a:spcPts val="0"/>
              </a:spcBef>
              <a:spcAft>
                <a:spcPts val="0"/>
              </a:spcAft>
              <a:buClr>
                <a:schemeClr val="dk2"/>
              </a:buClr>
              <a:buSzPts val="6480"/>
              <a:buFont typeface="JasmineUPC"/>
              <a:buNone/>
            </a:pPr>
            <a:r>
              <a:rPr lang="en-US" sz="5380"/>
              <a:t>Reasoning About </a:t>
            </a:r>
            <a:br>
              <a:rPr lang="en-US" sz="5380"/>
            </a:br>
            <a:r>
              <a:rPr lang="en-US" sz="5380"/>
              <a:t>Action Feasibility </a:t>
            </a:r>
            <a:br>
              <a:rPr lang="en-US" sz="5380"/>
            </a:br>
            <a:r>
              <a:rPr lang="en-US" sz="5380"/>
              <a:t>from Physical Properties</a:t>
            </a:r>
            <a:endParaRPr sz="5380"/>
          </a:p>
        </p:txBody>
      </p:sp>
      <p:sp>
        <p:nvSpPr>
          <p:cNvPr id="838" name="Google Shape;838;p1"/>
          <p:cNvSpPr txBox="1"/>
          <p:nvPr>
            <p:ph idx="1" type="subTitle"/>
          </p:nvPr>
        </p:nvSpPr>
        <p:spPr>
          <a:xfrm>
            <a:off x="700088" y="4902200"/>
            <a:ext cx="4897437" cy="1243013"/>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2"/>
              </a:buClr>
              <a:buSzPts val="1600"/>
              <a:buNone/>
            </a:pPr>
            <a:r>
              <a:rPr lang="en-US"/>
              <a:t>Alex, Hyejin, Liangliang, Xiye</a:t>
            </a:r>
            <a:endParaRPr/>
          </a:p>
          <a:p>
            <a:pPr indent="0" lvl="0" marL="0" rtl="0" algn="l">
              <a:lnSpc>
                <a:spcPct val="120000"/>
              </a:lnSpc>
              <a:spcBef>
                <a:spcPts val="0"/>
              </a:spcBef>
              <a:spcAft>
                <a:spcPts val="0"/>
              </a:spcAft>
              <a:buClr>
                <a:schemeClr val="dk2"/>
              </a:buClr>
              <a:buSzPts val="1600"/>
              <a:buNone/>
            </a:pPr>
            <a:r>
              <a:rPr lang="en-US"/>
              <a:t>Sep 21, 2026</a:t>
            </a:r>
            <a:endParaRPr/>
          </a:p>
        </p:txBody>
      </p:sp>
      <p:sp>
        <p:nvSpPr>
          <p:cNvPr id="839" name="Google Shape;839;p1"/>
          <p:cNvSpPr txBox="1"/>
          <p:nvPr>
            <p:ph idx="12" type="sldNum"/>
          </p:nvPr>
        </p:nvSpPr>
        <p:spPr>
          <a:xfrm>
            <a:off x="11515104" y="6356350"/>
            <a:ext cx="49183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2"/>
          <p:cNvSpPr txBox="1"/>
          <p:nvPr>
            <p:ph type="title"/>
          </p:nvPr>
        </p:nvSpPr>
        <p:spPr>
          <a:xfrm>
            <a:off x="699660" y="502920"/>
            <a:ext cx="10515600" cy="978408"/>
          </a:xfrm>
          <a:prstGeom prst="rect">
            <a:avLst/>
          </a:prstGeom>
          <a:noFill/>
          <a:ln>
            <a:noFill/>
          </a:ln>
        </p:spPr>
        <p:txBody>
          <a:bodyPr anchorCtr="0" anchor="b" bIns="45700" lIns="91425" spcFirstLastPara="1" rIns="91425" wrap="square" tIns="45700">
            <a:normAutofit/>
          </a:bodyPr>
          <a:lstStyle/>
          <a:p>
            <a:pPr indent="0" lvl="0" marL="0" rtl="0" algn="l">
              <a:lnSpc>
                <a:spcPct val="55000"/>
              </a:lnSpc>
              <a:spcBef>
                <a:spcPts val="0"/>
              </a:spcBef>
              <a:spcAft>
                <a:spcPts val="0"/>
              </a:spcAft>
              <a:buClr>
                <a:schemeClr val="dk2"/>
              </a:buClr>
              <a:buSzPts val="4400"/>
              <a:buFont typeface="JasmineUPC"/>
              <a:buNone/>
            </a:pPr>
            <a:r>
              <a:rPr lang="en-US"/>
              <a:t>Oops, No Knife in the Kitchen Again!</a:t>
            </a:r>
            <a:endParaRPr/>
          </a:p>
        </p:txBody>
      </p:sp>
      <p:sp>
        <p:nvSpPr>
          <p:cNvPr id="845" name="Google Shape;845;p2"/>
          <p:cNvSpPr/>
          <p:nvPr/>
        </p:nvSpPr>
        <p:spPr>
          <a:xfrm>
            <a:off x="795265" y="1531512"/>
            <a:ext cx="6222000" cy="745200"/>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chemeClr val="lt1"/>
                </a:solidFill>
                <a:latin typeface="Georgia"/>
                <a:ea typeface="Georgia"/>
                <a:cs typeface="Georgia"/>
                <a:sym typeface="Georgia"/>
              </a:rPr>
              <a:t>Goal: Cut a carrot</a:t>
            </a:r>
            <a:endParaRPr/>
          </a:p>
        </p:txBody>
      </p:sp>
      <p:pic>
        <p:nvPicPr>
          <p:cNvPr descr="Rolling Pin Vector Art, Icons, and Graphics for Free Download" id="846" name="Google Shape;846;p2"/>
          <p:cNvPicPr preferRelativeResize="0"/>
          <p:nvPr/>
        </p:nvPicPr>
        <p:blipFill rotWithShape="1">
          <a:blip r:embed="rId3">
            <a:alphaModFix/>
          </a:blip>
          <a:srcRect b="0" l="0" r="0" t="0"/>
          <a:stretch/>
        </p:blipFill>
        <p:spPr>
          <a:xfrm rot="-1738175">
            <a:off x="4765310" y="2933140"/>
            <a:ext cx="2487846" cy="1243923"/>
          </a:xfrm>
          <a:prstGeom prst="rect">
            <a:avLst/>
          </a:prstGeom>
          <a:noFill/>
          <a:ln>
            <a:noFill/>
          </a:ln>
        </p:spPr>
      </p:pic>
      <p:pic>
        <p:nvPicPr>
          <p:cNvPr descr="Kitchen Sponge Vector Art, Icons, and Graphics for Free Download" id="847" name="Google Shape;847;p2"/>
          <p:cNvPicPr preferRelativeResize="0"/>
          <p:nvPr/>
        </p:nvPicPr>
        <p:blipFill rotWithShape="1">
          <a:blip r:embed="rId4">
            <a:alphaModFix/>
          </a:blip>
          <a:srcRect b="0" l="0" r="0" t="0"/>
          <a:stretch/>
        </p:blipFill>
        <p:spPr>
          <a:xfrm>
            <a:off x="8226789" y="2563797"/>
            <a:ext cx="1862864" cy="1862864"/>
          </a:xfrm>
          <a:prstGeom prst="rect">
            <a:avLst/>
          </a:prstGeom>
          <a:noFill/>
          <a:ln>
            <a:noFill/>
          </a:ln>
        </p:spPr>
      </p:pic>
      <p:sp>
        <p:nvSpPr>
          <p:cNvPr id="848" name="Google Shape;848;p2"/>
          <p:cNvSpPr txBox="1"/>
          <p:nvPr/>
        </p:nvSpPr>
        <p:spPr>
          <a:xfrm>
            <a:off x="2084203" y="4539375"/>
            <a:ext cx="2017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Raleway"/>
                <a:ea typeface="Raleway"/>
                <a:cs typeface="Raleway"/>
                <a:sym typeface="Raleway"/>
              </a:rPr>
              <a:t>1. Plastic Card</a:t>
            </a:r>
            <a:endParaRPr/>
          </a:p>
        </p:txBody>
      </p:sp>
      <p:sp>
        <p:nvSpPr>
          <p:cNvPr id="849" name="Google Shape;849;p2"/>
          <p:cNvSpPr txBox="1"/>
          <p:nvPr/>
        </p:nvSpPr>
        <p:spPr>
          <a:xfrm>
            <a:off x="5321448" y="4505626"/>
            <a:ext cx="18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Raleway"/>
                <a:ea typeface="Raleway"/>
                <a:cs typeface="Raleway"/>
                <a:sym typeface="Raleway"/>
              </a:rPr>
              <a:t>2. Rolling Pin</a:t>
            </a:r>
            <a:endParaRPr/>
          </a:p>
        </p:txBody>
      </p:sp>
      <p:sp>
        <p:nvSpPr>
          <p:cNvPr id="850" name="Google Shape;850;p2"/>
          <p:cNvSpPr txBox="1"/>
          <p:nvPr/>
        </p:nvSpPr>
        <p:spPr>
          <a:xfrm>
            <a:off x="8575399" y="4510476"/>
            <a:ext cx="180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Raleway"/>
                <a:ea typeface="Raleway"/>
                <a:cs typeface="Raleway"/>
                <a:sym typeface="Raleway"/>
              </a:rPr>
              <a:t>3. Sponge</a:t>
            </a:r>
            <a:endParaRPr/>
          </a:p>
        </p:txBody>
      </p:sp>
      <p:sp>
        <p:nvSpPr>
          <p:cNvPr id="851" name="Google Shape;851;p2"/>
          <p:cNvSpPr txBox="1"/>
          <p:nvPr/>
        </p:nvSpPr>
        <p:spPr>
          <a:xfrm>
            <a:off x="991708" y="5316675"/>
            <a:ext cx="9097945" cy="141577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Raleway"/>
                <a:ea typeface="Raleway"/>
                <a:cs typeface="Raleway"/>
                <a:sym typeface="Raleway"/>
              </a:rPr>
              <a:t>Imagine that a conventional cutting tool is unavailable:</a:t>
            </a:r>
            <a:endParaRPr sz="1800">
              <a:solidFill>
                <a:schemeClr val="dk1"/>
              </a:solidFill>
              <a:latin typeface="Raleway"/>
              <a:ea typeface="Raleway"/>
              <a:cs typeface="Raleway"/>
              <a:sym typeface="Raleway"/>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You have only three objects: a plastic card, a rolling pin, and a sponge.</a:t>
            </a:r>
            <a:endParaRPr/>
          </a:p>
          <a:p>
            <a:pPr indent="0" lvl="0" marL="0" marR="0" rtl="0" algn="l">
              <a:spcBef>
                <a:spcPts val="0"/>
              </a:spcBef>
              <a:spcAft>
                <a:spcPts val="0"/>
              </a:spcAft>
              <a:buNone/>
            </a:pPr>
            <a:r>
              <a:t/>
            </a:r>
            <a:endParaRPr sz="1100">
              <a:solidFill>
                <a:schemeClr val="dk1"/>
              </a:solidFill>
              <a:latin typeface="Raleway"/>
              <a:ea typeface="Raleway"/>
              <a:cs typeface="Raleway"/>
              <a:sym typeface="Raleway"/>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Raleway"/>
                <a:ea typeface="Raleway"/>
                <a:cs typeface="Raleway"/>
                <a:sym typeface="Raleway"/>
              </a:rPr>
              <a:t>Which object could physically support cutting?</a:t>
            </a:r>
            <a:br>
              <a:rPr b="1" lang="en-US" sz="1800">
                <a:solidFill>
                  <a:schemeClr val="dk1"/>
                </a:solidFill>
                <a:latin typeface="Raleway"/>
                <a:ea typeface="Raleway"/>
                <a:cs typeface="Raleway"/>
                <a:sym typeface="Raleway"/>
              </a:rPr>
            </a:br>
            <a:r>
              <a:rPr lang="en-US" sz="1800">
                <a:solidFill>
                  <a:schemeClr val="dk1"/>
                </a:solidFill>
                <a:latin typeface="Raleway"/>
                <a:ea typeface="Raleway"/>
                <a:cs typeface="Raleway"/>
                <a:sym typeface="Raleway"/>
              </a:rPr>
              <a:t>And how can we explain why it would work?</a:t>
            </a:r>
            <a:endParaRPr/>
          </a:p>
        </p:txBody>
      </p:sp>
      <p:sp>
        <p:nvSpPr>
          <p:cNvPr id="852" name="Google Shape;852;p2"/>
          <p:cNvSpPr/>
          <p:nvPr/>
        </p:nvSpPr>
        <p:spPr>
          <a:xfrm>
            <a:off x="1707614" y="2454009"/>
            <a:ext cx="2467780" cy="2442563"/>
          </a:xfrm>
          <a:prstGeom prst="roundRect">
            <a:avLst>
              <a:gd fmla="val 16667" name="adj"/>
            </a:avLst>
          </a:prstGeom>
          <a:noFill/>
          <a:ln cap="flat"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53" name="Google Shape;853;p2"/>
          <p:cNvSpPr/>
          <p:nvPr/>
        </p:nvSpPr>
        <p:spPr>
          <a:xfrm>
            <a:off x="4812270" y="2454009"/>
            <a:ext cx="2467780" cy="2442563"/>
          </a:xfrm>
          <a:prstGeom prst="roundRect">
            <a:avLst>
              <a:gd fmla="val 16667" name="adj"/>
            </a:avLst>
          </a:prstGeom>
          <a:noFill/>
          <a:ln cap="flat"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54" name="Google Shape;854;p2"/>
          <p:cNvSpPr/>
          <p:nvPr/>
        </p:nvSpPr>
        <p:spPr>
          <a:xfrm>
            <a:off x="7916926" y="2454009"/>
            <a:ext cx="2467780" cy="2442563"/>
          </a:xfrm>
          <a:prstGeom prst="roundRect">
            <a:avLst>
              <a:gd fmla="val 16667" name="adj"/>
            </a:avLst>
          </a:prstGeom>
          <a:noFill/>
          <a:ln cap="flat"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pic>
        <p:nvPicPr>
          <p:cNvPr descr="blank plastic card" id="855" name="Google Shape;855;p2"/>
          <p:cNvPicPr preferRelativeResize="0"/>
          <p:nvPr/>
        </p:nvPicPr>
        <p:blipFill rotWithShape="1">
          <a:blip r:embed="rId5">
            <a:alphaModFix/>
          </a:blip>
          <a:srcRect b="0" l="0" r="0" t="0"/>
          <a:stretch/>
        </p:blipFill>
        <p:spPr>
          <a:xfrm rot="5400000">
            <a:off x="2009870" y="2354522"/>
            <a:ext cx="1781133" cy="23631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3"/>
          <p:cNvSpPr txBox="1"/>
          <p:nvPr>
            <p:ph idx="1" type="body"/>
          </p:nvPr>
        </p:nvSpPr>
        <p:spPr>
          <a:xfrm>
            <a:off x="848550" y="1546500"/>
            <a:ext cx="10113600" cy="512700"/>
          </a:xfrm>
          <a:prstGeom prst="rect">
            <a:avLst/>
          </a:prstGeom>
          <a:noFill/>
          <a:ln>
            <a:noFill/>
          </a:ln>
        </p:spPr>
        <p:txBody>
          <a:bodyPr anchorCtr="0" anchor="t" bIns="45700" lIns="91425" spcFirstLastPara="1" rIns="91425" wrap="square" tIns="45700">
            <a:normAutofit/>
          </a:bodyPr>
          <a:lstStyle/>
          <a:p>
            <a:pPr indent="-215900" lvl="0" marL="228600" rtl="0" algn="l">
              <a:lnSpc>
                <a:spcPct val="115000"/>
              </a:lnSpc>
              <a:spcBef>
                <a:spcPts val="1200"/>
              </a:spcBef>
              <a:spcAft>
                <a:spcPts val="0"/>
              </a:spcAft>
              <a:buSzPts val="1600"/>
              <a:buChar char="•"/>
            </a:pPr>
            <a:r>
              <a:rPr lang="en-US" sz="1600">
                <a:solidFill>
                  <a:schemeClr val="dk1"/>
                </a:solidFill>
                <a:latin typeface="Arial"/>
                <a:ea typeface="Arial"/>
                <a:cs typeface="Arial"/>
                <a:sym typeface="Arial"/>
              </a:rPr>
              <a:t>You might think, “Why not just ask an LLM?” But simply answering “plastic card” is not enough.</a:t>
            </a:r>
            <a:endParaRPr sz="1600"/>
          </a:p>
        </p:txBody>
      </p:sp>
      <p:sp>
        <p:nvSpPr>
          <p:cNvPr id="862" name="Google Shape;862;p3"/>
          <p:cNvSpPr/>
          <p:nvPr/>
        </p:nvSpPr>
        <p:spPr>
          <a:xfrm>
            <a:off x="1101687" y="4247757"/>
            <a:ext cx="3988200" cy="978300"/>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63" name="Google Shape;863;p3"/>
          <p:cNvSpPr txBox="1"/>
          <p:nvPr>
            <p:ph type="title"/>
          </p:nvPr>
        </p:nvSpPr>
        <p:spPr>
          <a:xfrm>
            <a:off x="699649" y="502925"/>
            <a:ext cx="11926800" cy="978300"/>
          </a:xfrm>
          <a:prstGeom prst="rect">
            <a:avLst/>
          </a:prstGeom>
          <a:noFill/>
          <a:ln>
            <a:noFill/>
          </a:ln>
        </p:spPr>
        <p:txBody>
          <a:bodyPr anchorCtr="0" anchor="ctr" bIns="45700" lIns="91425" spcFirstLastPara="1" rIns="91425" wrap="square" tIns="45700">
            <a:normAutofit/>
          </a:bodyPr>
          <a:lstStyle/>
          <a:p>
            <a:pPr indent="0" lvl="0" marL="0" rtl="0" algn="l">
              <a:lnSpc>
                <a:spcPct val="55000"/>
              </a:lnSpc>
              <a:spcBef>
                <a:spcPts val="0"/>
              </a:spcBef>
              <a:spcAft>
                <a:spcPts val="0"/>
              </a:spcAft>
              <a:buClr>
                <a:schemeClr val="dk2"/>
              </a:buClr>
              <a:buSzPts val="4400"/>
              <a:buFont typeface="JasmineUPC"/>
              <a:buNone/>
            </a:pPr>
            <a:r>
              <a:rPr lang="en-US" sz="4200"/>
              <a:t>Same Object Name, Different Physical Properties</a:t>
            </a:r>
            <a:endParaRPr sz="4200"/>
          </a:p>
        </p:txBody>
      </p:sp>
      <p:sp>
        <p:nvSpPr>
          <p:cNvPr id="864" name="Google Shape;864;p3"/>
          <p:cNvSpPr txBox="1"/>
          <p:nvPr>
            <p:ph idx="1" type="body"/>
          </p:nvPr>
        </p:nvSpPr>
        <p:spPr>
          <a:xfrm>
            <a:off x="538075" y="5547919"/>
            <a:ext cx="11490300" cy="1140600"/>
          </a:xfrm>
          <a:prstGeom prst="rect">
            <a:avLst/>
          </a:prstGeom>
          <a:noFill/>
          <a:ln>
            <a:noFill/>
          </a:ln>
        </p:spPr>
        <p:txBody>
          <a:bodyPr anchorCtr="0" anchor="t" bIns="45700" lIns="91425" spcFirstLastPara="1" rIns="91425" wrap="square" tIns="45700">
            <a:noAutofit/>
          </a:bodyPr>
          <a:lstStyle/>
          <a:p>
            <a:pPr indent="-330200" lvl="0" marL="457200" rtl="0" algn="l">
              <a:lnSpc>
                <a:spcPct val="115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Even within the same object category, physical properties can differ. A rigid card and a flexible card may have very different cutting capabilities.</a:t>
            </a:r>
            <a:endParaRPr sz="1600">
              <a:solidFill>
                <a:schemeClr val="dk1"/>
              </a:solidFill>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Font typeface="Arial"/>
              <a:buChar char="•"/>
            </a:pPr>
            <a:r>
              <a:rPr b="1" lang="en-US" sz="1600">
                <a:solidFill>
                  <a:schemeClr val="dk1"/>
                </a:solidFill>
                <a:latin typeface="Arial"/>
                <a:ea typeface="Arial"/>
                <a:cs typeface="Arial"/>
                <a:sym typeface="Arial"/>
              </a:rPr>
              <a:t>So, instead of relying on object names, we need to reason about the physical properties that make cutting possible.</a:t>
            </a:r>
            <a:endParaRPr sz="1600"/>
          </a:p>
        </p:txBody>
      </p:sp>
      <p:pic>
        <p:nvPicPr>
          <p:cNvPr descr="500 Pack Blank White CR80 PVC Cards, Glossy Finish (3.375&quot; Long by 2.1&#10;– SciencePurchase" id="865" name="Google Shape;865;p3"/>
          <p:cNvPicPr preferRelativeResize="0"/>
          <p:nvPr/>
        </p:nvPicPr>
        <p:blipFill rotWithShape="1">
          <a:blip r:embed="rId3">
            <a:alphaModFix/>
          </a:blip>
          <a:srcRect b="0" l="0" r="0" t="0"/>
          <a:stretch/>
        </p:blipFill>
        <p:spPr>
          <a:xfrm>
            <a:off x="7106796" y="2124478"/>
            <a:ext cx="2530208" cy="1993910"/>
          </a:xfrm>
          <a:prstGeom prst="rect">
            <a:avLst/>
          </a:prstGeom>
          <a:noFill/>
          <a:ln>
            <a:noFill/>
          </a:ln>
        </p:spPr>
      </p:pic>
      <p:sp>
        <p:nvSpPr>
          <p:cNvPr id="866" name="Google Shape;866;p3"/>
          <p:cNvSpPr txBox="1"/>
          <p:nvPr/>
        </p:nvSpPr>
        <p:spPr>
          <a:xfrm>
            <a:off x="1384379" y="4321462"/>
            <a:ext cx="38082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Raleway"/>
                <a:ea typeface="Raleway"/>
                <a:cs typeface="Raleway"/>
                <a:sym typeface="Raleway"/>
              </a:rPr>
              <a:t>A rigid card</a:t>
            </a:r>
            <a:endParaRPr/>
          </a:p>
          <a:p>
            <a:pPr indent="0" lvl="0" marL="0" marR="0" rtl="0" algn="l">
              <a:spcBef>
                <a:spcPts val="0"/>
              </a:spcBef>
              <a:spcAft>
                <a:spcPts val="0"/>
              </a:spcAft>
              <a:buNone/>
            </a:pPr>
            <a:r>
              <a:rPr lang="en-US" sz="1600">
                <a:solidFill>
                  <a:schemeClr val="dk1"/>
                </a:solidFill>
                <a:latin typeface="Raleway"/>
                <a:ea typeface="Raleway"/>
                <a:cs typeface="Raleway"/>
                <a:sym typeface="Raleway"/>
              </a:rPr>
              <a:t>Its edge may satisfy the physical requirements for Cut.</a:t>
            </a:r>
            <a:endParaRPr/>
          </a:p>
        </p:txBody>
      </p:sp>
      <p:sp>
        <p:nvSpPr>
          <p:cNvPr id="867" name="Google Shape;867;p3"/>
          <p:cNvSpPr/>
          <p:nvPr/>
        </p:nvSpPr>
        <p:spPr>
          <a:xfrm>
            <a:off x="5848120" y="4228983"/>
            <a:ext cx="5047500" cy="978300"/>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68" name="Google Shape;868;p3"/>
          <p:cNvSpPr txBox="1"/>
          <p:nvPr/>
        </p:nvSpPr>
        <p:spPr>
          <a:xfrm>
            <a:off x="5957460" y="4302688"/>
            <a:ext cx="51558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Raleway"/>
                <a:ea typeface="Raleway"/>
                <a:cs typeface="Raleway"/>
                <a:sym typeface="Raleway"/>
              </a:rPr>
              <a:t>A flexible card</a:t>
            </a:r>
            <a:endParaRPr/>
          </a:p>
          <a:p>
            <a:pPr indent="0" lvl="0" marL="0" marR="0" rtl="0" algn="l">
              <a:spcBef>
                <a:spcPts val="0"/>
              </a:spcBef>
              <a:spcAft>
                <a:spcPts val="0"/>
              </a:spcAft>
              <a:buNone/>
            </a:pPr>
            <a:r>
              <a:rPr lang="en-US" sz="1600">
                <a:solidFill>
                  <a:schemeClr val="dk1"/>
                </a:solidFill>
                <a:latin typeface="Raleway"/>
                <a:ea typeface="Raleway"/>
                <a:cs typeface="Raleway"/>
                <a:sym typeface="Raleway"/>
              </a:rPr>
              <a:t>The same object category may no longer satisfy those requirements.</a:t>
            </a:r>
            <a:endParaRPr/>
          </a:p>
        </p:txBody>
      </p:sp>
      <p:pic>
        <p:nvPicPr>
          <p:cNvPr descr="blank plastic card" id="869" name="Google Shape;869;p3"/>
          <p:cNvPicPr preferRelativeResize="0"/>
          <p:nvPr/>
        </p:nvPicPr>
        <p:blipFill rotWithShape="1">
          <a:blip r:embed="rId4">
            <a:alphaModFix/>
          </a:blip>
          <a:srcRect b="0" l="0" r="0" t="0"/>
          <a:stretch/>
        </p:blipFill>
        <p:spPr>
          <a:xfrm rot="5400000">
            <a:off x="2121902" y="1219039"/>
            <a:ext cx="1947674" cy="361952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4"/>
          <p:cNvSpPr txBox="1"/>
          <p:nvPr>
            <p:ph type="title"/>
          </p:nvPr>
        </p:nvSpPr>
        <p:spPr>
          <a:xfrm>
            <a:off x="699660" y="502920"/>
            <a:ext cx="10515600" cy="978408"/>
          </a:xfrm>
          <a:prstGeom prst="rect">
            <a:avLst/>
          </a:prstGeom>
          <a:noFill/>
          <a:ln>
            <a:noFill/>
          </a:ln>
        </p:spPr>
        <p:txBody>
          <a:bodyPr anchorCtr="0" anchor="b" bIns="45700" lIns="91425" spcFirstLastPara="1" rIns="91425" wrap="square" tIns="45700">
            <a:normAutofit/>
          </a:bodyPr>
          <a:lstStyle/>
          <a:p>
            <a:pPr indent="0" lvl="0" marL="0" rtl="0" algn="l">
              <a:lnSpc>
                <a:spcPct val="55000"/>
              </a:lnSpc>
              <a:spcBef>
                <a:spcPts val="0"/>
              </a:spcBef>
              <a:spcAft>
                <a:spcPts val="0"/>
              </a:spcAft>
              <a:buClr>
                <a:schemeClr val="dk2"/>
              </a:buClr>
              <a:buSzPts val="4400"/>
              <a:buFont typeface="JasmineUPC"/>
              <a:buNone/>
            </a:pPr>
            <a:r>
              <a:rPr lang="en-US"/>
              <a:t>Our Course Project: A Focused Scope</a:t>
            </a:r>
            <a:endParaRPr/>
          </a:p>
        </p:txBody>
      </p:sp>
      <p:sp>
        <p:nvSpPr>
          <p:cNvPr id="875" name="Google Shape;875;p4"/>
          <p:cNvSpPr/>
          <p:nvPr/>
        </p:nvSpPr>
        <p:spPr>
          <a:xfrm>
            <a:off x="2130054" y="1688114"/>
            <a:ext cx="7931889" cy="797441"/>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Raleway"/>
                <a:ea typeface="Raleway"/>
                <a:cs typeface="Raleway"/>
                <a:sym typeface="Raleway"/>
              </a:rPr>
              <a:t>One action: CUT</a:t>
            </a:r>
            <a:endParaRPr/>
          </a:p>
          <a:p>
            <a:pPr indent="0" lvl="0" marL="0" marR="0" rtl="0" algn="ctr">
              <a:spcBef>
                <a:spcPts val="0"/>
              </a:spcBef>
              <a:spcAft>
                <a:spcPts val="0"/>
              </a:spcAft>
              <a:buNone/>
            </a:pPr>
            <a:r>
              <a:rPr lang="en-US" sz="1800">
                <a:solidFill>
                  <a:schemeClr val="lt1"/>
                </a:solidFill>
                <a:latin typeface="Raleway"/>
                <a:ea typeface="Raleway"/>
                <a:cs typeface="Raleway"/>
                <a:sym typeface="Raleway"/>
              </a:rPr>
              <a:t>Reasoning about cutting feasibility from physical properties</a:t>
            </a:r>
            <a:endParaRPr/>
          </a:p>
        </p:txBody>
      </p:sp>
      <p:sp>
        <p:nvSpPr>
          <p:cNvPr id="876" name="Google Shape;876;p4"/>
          <p:cNvSpPr txBox="1"/>
          <p:nvPr/>
        </p:nvSpPr>
        <p:spPr>
          <a:xfrm>
            <a:off x="752202" y="2994523"/>
            <a:ext cx="4947188"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Raleway"/>
                <a:ea typeface="Raleway"/>
                <a:cs typeface="Raleway"/>
                <a:sym typeface="Raleway"/>
              </a:rPr>
              <a:t>In Scope</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One action: Cut</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Fixed target: Carrot</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Ordinary human actor in a kitchen</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Already represented object-part properties</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Property–requirement reasoning</a:t>
            </a:r>
            <a:endParaRPr/>
          </a:p>
        </p:txBody>
      </p:sp>
      <p:sp>
        <p:nvSpPr>
          <p:cNvPr id="877" name="Google Shape;877;p4"/>
          <p:cNvSpPr txBox="1"/>
          <p:nvPr/>
        </p:nvSpPr>
        <p:spPr>
          <a:xfrm>
            <a:off x="6349385" y="3082658"/>
            <a:ext cx="5229342"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Raleway"/>
                <a:ea typeface="Raleway"/>
                <a:cs typeface="Raleway"/>
                <a:sym typeface="Raleway"/>
              </a:rPr>
              <a:t>Out of Scope</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Other actions (Open, Pour, Squeeze)</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Identifying properties from raw inputs</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General action–target applicability</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Robots, vision, and object recognition</a:t>
            </a:r>
            <a:endParaRPr/>
          </a:p>
          <a:p>
            <a:pPr indent="0" lvl="0" marL="0" marR="0" rtl="0" algn="l">
              <a:spcBef>
                <a:spcPts val="0"/>
              </a:spcBef>
              <a:spcAft>
                <a:spcPts val="0"/>
              </a:spcAft>
              <a:buNone/>
            </a:pPr>
            <a:r>
              <a:rPr lang="en-US" sz="1800">
                <a:solidFill>
                  <a:schemeClr val="dk1"/>
                </a:solidFill>
                <a:latin typeface="Raleway"/>
                <a:ea typeface="Raleway"/>
                <a:cs typeface="Raleway"/>
                <a:sym typeface="Raleway"/>
              </a:rPr>
              <a:t>• Broader environments and industrial tools</a:t>
            </a:r>
            <a:endParaRPr/>
          </a:p>
        </p:txBody>
      </p:sp>
      <p:sp>
        <p:nvSpPr>
          <p:cNvPr id="878" name="Google Shape;878;p4"/>
          <p:cNvSpPr txBox="1"/>
          <p:nvPr/>
        </p:nvSpPr>
        <p:spPr>
          <a:xfrm>
            <a:off x="297456" y="5134166"/>
            <a:ext cx="11677800" cy="1650000"/>
          </a:xfrm>
          <a:prstGeom prst="rect">
            <a:avLst/>
          </a:prstGeom>
          <a:noFill/>
          <a:ln>
            <a:noFill/>
          </a:ln>
        </p:spPr>
        <p:txBody>
          <a:bodyPr anchorCtr="0" anchor="t" bIns="45700" lIns="91425" spcFirstLastPara="1" rIns="91425" wrap="square" tIns="45700">
            <a:spAutoFit/>
          </a:bodyPr>
          <a:lstStyle/>
          <a:p>
            <a:pPr indent="0" lvl="0" marL="0" rtl="0" algn="l">
              <a:lnSpc>
                <a:spcPct val="70000"/>
              </a:lnSpc>
              <a:spcBef>
                <a:spcPts val="1200"/>
              </a:spcBef>
              <a:spcAft>
                <a:spcPts val="0"/>
              </a:spcAft>
              <a:buClr>
                <a:schemeClr val="dk1"/>
              </a:buClr>
              <a:buSzPts val="1100"/>
              <a:buFont typeface="Arial"/>
              <a:buNone/>
            </a:pPr>
            <a:r>
              <a:rPr b="1" lang="en-US" sz="1700">
                <a:solidFill>
                  <a:schemeClr val="dk1"/>
                </a:solidFill>
              </a:rPr>
              <a:t>Our main goal:</a:t>
            </a:r>
            <a:r>
              <a:rPr lang="en-US" sz="1700">
                <a:solidFill>
                  <a:schemeClr val="dk1"/>
                </a:solidFill>
              </a:rPr>
              <a:t> Define the physical requirements for Cut and formalize their relationships with object-part properties.</a:t>
            </a:r>
            <a:endParaRPr sz="1700">
              <a:solidFill>
                <a:schemeClr val="dk1"/>
              </a:solidFill>
            </a:endParaRPr>
          </a:p>
          <a:p>
            <a:pPr indent="0" lvl="0" marL="0" rtl="0" algn="l">
              <a:lnSpc>
                <a:spcPct val="70000"/>
              </a:lnSpc>
              <a:spcBef>
                <a:spcPts val="1200"/>
              </a:spcBef>
              <a:spcAft>
                <a:spcPts val="0"/>
              </a:spcAft>
              <a:buClr>
                <a:schemeClr val="dk1"/>
              </a:buClr>
              <a:buSzPts val="1100"/>
              <a:buFont typeface="Arial"/>
              <a:buNone/>
            </a:pPr>
            <a:r>
              <a:rPr b="1" lang="en-US" sz="1700">
                <a:solidFill>
                  <a:schemeClr val="dk1"/>
                </a:solidFill>
              </a:rPr>
              <a:t>What our ontology does:</a:t>
            </a:r>
            <a:r>
              <a:rPr lang="en-US" sz="1700">
                <a:solidFill>
                  <a:schemeClr val="dk1"/>
                </a:solidFill>
              </a:rPr>
              <a:t> Given already represented physical properties, evaluate whether they satisfy the cutting requirements and explain the result.</a:t>
            </a:r>
            <a:endParaRPr sz="1700">
              <a:solidFill>
                <a:schemeClr val="dk1"/>
              </a:solidFill>
            </a:endParaRPr>
          </a:p>
          <a:p>
            <a:pPr indent="0" lvl="0" marL="0" rtl="0" algn="l">
              <a:lnSpc>
                <a:spcPct val="70000"/>
              </a:lnSpc>
              <a:spcBef>
                <a:spcPts val="1200"/>
              </a:spcBef>
              <a:spcAft>
                <a:spcPts val="0"/>
              </a:spcAft>
              <a:buClr>
                <a:schemeClr val="dk1"/>
              </a:buClr>
              <a:buSzPts val="1100"/>
              <a:buFont typeface="Arial"/>
              <a:buNone/>
            </a:pPr>
            <a:r>
              <a:rPr b="1" lang="en-US" sz="1700">
                <a:solidFill>
                  <a:schemeClr val="dk1"/>
                </a:solidFill>
              </a:rPr>
              <a:t>What it does not do:</a:t>
            </a:r>
            <a:r>
              <a:rPr lang="en-US" sz="1700">
                <a:solidFill>
                  <a:schemeClr val="dk1"/>
                </a:solidFill>
              </a:rPr>
              <a:t> Identify properties from raw images or determine action applicability to arbitrary targets. These belong to a larger system.</a:t>
            </a:r>
            <a:endParaRPr b="1" sz="2300">
              <a:solidFill>
                <a:schemeClr val="dk1"/>
              </a:solidFill>
            </a:endParaRPr>
          </a:p>
          <a:p>
            <a:pPr indent="0" lvl="0" marL="0" rtl="0" algn="l">
              <a:lnSpc>
                <a:spcPct val="90000"/>
              </a:lnSpc>
              <a:spcBef>
                <a:spcPts val="1200"/>
              </a:spcBef>
              <a:spcAft>
                <a:spcPts val="1200"/>
              </a:spcAft>
              <a:buSzPts val="1100"/>
              <a:buNone/>
            </a:pPr>
            <a:r>
              <a:rPr b="1" lang="en-US" sz="1300">
                <a:solidFill>
                  <a:schemeClr val="dk1"/>
                </a:solidFill>
              </a:rPr>
              <a:t>* </a:t>
            </a:r>
            <a:r>
              <a:rPr lang="en-US" sz="1300">
                <a:solidFill>
                  <a:schemeClr val="dk1"/>
                </a:solidFill>
              </a:rPr>
              <a:t>We</a:t>
            </a:r>
            <a:r>
              <a:rPr lang="en-US" sz="1300">
                <a:solidFill>
                  <a:schemeClr val="dk1"/>
                </a:solidFill>
              </a:rPr>
              <a:t> will update our written use case accordingly.</a:t>
            </a:r>
            <a:endParaRPr b="1" sz="1300">
              <a:solidFill>
                <a:schemeClr val="dk1"/>
              </a:solidFill>
              <a:latin typeface="Raleway"/>
              <a:ea typeface="Raleway"/>
              <a:cs typeface="Raleway"/>
              <a:sym typeface="Raleway"/>
            </a:endParaRPr>
          </a:p>
        </p:txBody>
      </p:sp>
      <p:sp>
        <p:nvSpPr>
          <p:cNvPr id="879" name="Google Shape;879;p4"/>
          <p:cNvSpPr/>
          <p:nvPr/>
        </p:nvSpPr>
        <p:spPr>
          <a:xfrm>
            <a:off x="550843" y="2908453"/>
            <a:ext cx="5332200" cy="2038200"/>
          </a:xfrm>
          <a:prstGeom prst="roundRect">
            <a:avLst>
              <a:gd fmla="val 16667" name="adj"/>
            </a:avLst>
          </a:prstGeom>
          <a:noFill/>
          <a:ln cap="flat"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aleway"/>
              <a:ea typeface="Raleway"/>
              <a:cs typeface="Raleway"/>
              <a:sym typeface="Raleway"/>
            </a:endParaRPr>
          </a:p>
        </p:txBody>
      </p:sp>
      <p:sp>
        <p:nvSpPr>
          <p:cNvPr id="880" name="Google Shape;880;p4"/>
          <p:cNvSpPr/>
          <p:nvPr/>
        </p:nvSpPr>
        <p:spPr>
          <a:xfrm>
            <a:off x="6165769" y="2908453"/>
            <a:ext cx="5332200" cy="2038200"/>
          </a:xfrm>
          <a:prstGeom prst="roundRect">
            <a:avLst>
              <a:gd fmla="val 16667" name="adj"/>
            </a:avLst>
          </a:prstGeom>
          <a:noFill/>
          <a:ln cap="flat" cmpd="sng" w="38100">
            <a:solidFill>
              <a:schemeClr val="accen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81" name="Google Shape;881;p4"/>
          <p:cNvSpPr/>
          <p:nvPr/>
        </p:nvSpPr>
        <p:spPr>
          <a:xfrm>
            <a:off x="907000" y="3563200"/>
            <a:ext cx="3813000" cy="314700"/>
          </a:xfrm>
          <a:prstGeom prst="rect">
            <a:avLst/>
          </a:prstGeom>
          <a:solidFill>
            <a:srgbClr val="F7F5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600">
                <a:latin typeface="Raleway"/>
                <a:ea typeface="Raleway"/>
                <a:cs typeface="Raleway"/>
                <a:sym typeface="Raleway"/>
              </a:rPr>
              <a:t>Evaluation example: Cutting a carrot</a:t>
            </a:r>
            <a:endParaRPr sz="1600">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5"/>
          <p:cNvSpPr txBox="1"/>
          <p:nvPr>
            <p:ph type="title"/>
          </p:nvPr>
        </p:nvSpPr>
        <p:spPr>
          <a:xfrm>
            <a:off x="699660" y="502920"/>
            <a:ext cx="10515600" cy="978408"/>
          </a:xfrm>
          <a:prstGeom prst="rect">
            <a:avLst/>
          </a:prstGeom>
          <a:noFill/>
          <a:ln>
            <a:noFill/>
          </a:ln>
        </p:spPr>
        <p:txBody>
          <a:bodyPr anchorCtr="0" anchor="b" bIns="45700" lIns="91425" spcFirstLastPara="1" rIns="91425" wrap="square" tIns="45700">
            <a:normAutofit/>
          </a:bodyPr>
          <a:lstStyle/>
          <a:p>
            <a:pPr indent="0" lvl="0" marL="0" rtl="0" algn="l">
              <a:lnSpc>
                <a:spcPct val="55000"/>
              </a:lnSpc>
              <a:spcBef>
                <a:spcPts val="0"/>
              </a:spcBef>
              <a:spcAft>
                <a:spcPts val="0"/>
              </a:spcAft>
              <a:buClr>
                <a:schemeClr val="dk2"/>
              </a:buClr>
              <a:buSzPts val="4400"/>
              <a:buFont typeface="JasmineUPC"/>
              <a:buNone/>
            </a:pPr>
            <a:r>
              <a:rPr lang="en-US"/>
              <a:t>Core Ontology Idea</a:t>
            </a:r>
            <a:endParaRPr/>
          </a:p>
        </p:txBody>
      </p:sp>
      <p:sp>
        <p:nvSpPr>
          <p:cNvPr id="887" name="Google Shape;887;p5"/>
          <p:cNvSpPr txBox="1"/>
          <p:nvPr>
            <p:ph idx="1" type="body"/>
          </p:nvPr>
        </p:nvSpPr>
        <p:spPr>
          <a:xfrm>
            <a:off x="7383156" y="1703702"/>
            <a:ext cx="4361433" cy="459943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2"/>
              </a:buClr>
              <a:buSzPts val="1800"/>
              <a:buChar char="•"/>
            </a:pPr>
            <a:r>
              <a:rPr lang="en-US" sz="1800"/>
              <a:t>The ontology represents two connected structures, as shown on the left.</a:t>
            </a:r>
            <a:endParaRPr/>
          </a:p>
          <a:p>
            <a:pPr indent="-228600" lvl="0" marL="228600" rtl="0" algn="l">
              <a:lnSpc>
                <a:spcPct val="120000"/>
              </a:lnSpc>
              <a:spcBef>
                <a:spcPts val="1000"/>
              </a:spcBef>
              <a:spcAft>
                <a:spcPts val="0"/>
              </a:spcAft>
              <a:buClr>
                <a:schemeClr val="dk2"/>
              </a:buClr>
              <a:buSzPts val="1800"/>
              <a:buChar char="•"/>
            </a:pPr>
            <a:r>
              <a:rPr lang="en-US" sz="1800"/>
              <a:t>Reasoning:</a:t>
            </a:r>
            <a:endParaRPr/>
          </a:p>
          <a:p>
            <a:pPr indent="-228600" lvl="1" marL="685800" rtl="0" algn="l">
              <a:lnSpc>
                <a:spcPct val="120000"/>
              </a:lnSpc>
              <a:spcBef>
                <a:spcPts val="500"/>
              </a:spcBef>
              <a:spcAft>
                <a:spcPts val="0"/>
              </a:spcAft>
              <a:buClr>
                <a:schemeClr val="dk2"/>
              </a:buClr>
              <a:buSzPts val="1400"/>
              <a:buFont typeface="Courier New"/>
              <a:buChar char="o"/>
            </a:pPr>
            <a:r>
              <a:rPr lang="en-US"/>
              <a:t>What object can support Cut?</a:t>
            </a:r>
            <a:endParaRPr/>
          </a:p>
          <a:p>
            <a:pPr indent="-228600" lvl="1" marL="685800" rtl="0" algn="l">
              <a:lnSpc>
                <a:spcPct val="120000"/>
              </a:lnSpc>
              <a:spcBef>
                <a:spcPts val="500"/>
              </a:spcBef>
              <a:spcAft>
                <a:spcPts val="0"/>
              </a:spcAft>
              <a:buClr>
                <a:schemeClr val="dk2"/>
              </a:buClr>
              <a:buSzPts val="1400"/>
              <a:buFont typeface="Courier New"/>
              <a:buChar char="o"/>
            </a:pPr>
            <a:r>
              <a:rPr lang="en-US"/>
              <a:t>Is the object incompatible for the action or information that the current ontology has is insufficient?</a:t>
            </a:r>
            <a:endParaRPr/>
          </a:p>
          <a:p>
            <a:pPr indent="-228600" lvl="1" marL="685800" rtl="0" algn="l">
              <a:lnSpc>
                <a:spcPct val="120000"/>
              </a:lnSpc>
              <a:spcBef>
                <a:spcPts val="500"/>
              </a:spcBef>
              <a:spcAft>
                <a:spcPts val="0"/>
              </a:spcAft>
              <a:buClr>
                <a:schemeClr val="dk2"/>
              </a:buClr>
              <a:buSzPts val="1400"/>
              <a:buFont typeface="Courier New"/>
              <a:buChar char="o"/>
            </a:pPr>
            <a:r>
              <a:rPr lang="en-US"/>
              <a:t>Provide a property-based explanation for the result.</a:t>
            </a:r>
            <a:endParaRPr/>
          </a:p>
        </p:txBody>
      </p:sp>
      <p:sp>
        <p:nvSpPr>
          <p:cNvPr id="888" name="Google Shape;888;p5"/>
          <p:cNvSpPr/>
          <p:nvPr/>
        </p:nvSpPr>
        <p:spPr>
          <a:xfrm>
            <a:off x="671206" y="3383178"/>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Action</a:t>
            </a:r>
            <a:endParaRPr/>
          </a:p>
        </p:txBody>
      </p:sp>
      <p:sp>
        <p:nvSpPr>
          <p:cNvPr id="889" name="Google Shape;889;p5"/>
          <p:cNvSpPr/>
          <p:nvPr/>
        </p:nvSpPr>
        <p:spPr>
          <a:xfrm>
            <a:off x="671204" y="4674504"/>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50">
                <a:solidFill>
                  <a:schemeClr val="lt1"/>
                </a:solidFill>
                <a:latin typeface="Raleway"/>
                <a:ea typeface="Raleway"/>
                <a:cs typeface="Raleway"/>
                <a:sym typeface="Raleway"/>
              </a:rPr>
              <a:t>ActionRequirement</a:t>
            </a:r>
            <a:endParaRPr sz="1750">
              <a:solidFill>
                <a:schemeClr val="lt1"/>
              </a:solidFill>
              <a:latin typeface="Raleway"/>
              <a:ea typeface="Raleway"/>
              <a:cs typeface="Raleway"/>
              <a:sym typeface="Raleway"/>
            </a:endParaRPr>
          </a:p>
        </p:txBody>
      </p:sp>
      <p:sp>
        <p:nvSpPr>
          <p:cNvPr id="890" name="Google Shape;890;p5"/>
          <p:cNvSpPr/>
          <p:nvPr/>
        </p:nvSpPr>
        <p:spPr>
          <a:xfrm>
            <a:off x="2976086" y="4902995"/>
            <a:ext cx="1284694" cy="403041"/>
          </a:xfrm>
          <a:prstGeom prst="leftRightArrow">
            <a:avLst>
              <a:gd fmla="val 50000" name="adj1"/>
              <a:gd fmla="val 50000" name="adj2"/>
            </a:avLst>
          </a:prstGeom>
          <a:solidFill>
            <a:srgbClr val="FF0000">
              <a:alpha val="74902"/>
            </a:srgbClr>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chemeClr val="lt1"/>
                </a:solidFill>
                <a:latin typeface="Raleway"/>
                <a:ea typeface="Raleway"/>
                <a:cs typeface="Raleway"/>
                <a:sym typeface="Raleway"/>
              </a:rPr>
              <a:t>Reasoning</a:t>
            </a:r>
            <a:endParaRPr sz="1100">
              <a:solidFill>
                <a:schemeClr val="lt1"/>
              </a:solidFill>
              <a:latin typeface="Raleway"/>
              <a:ea typeface="Raleway"/>
              <a:cs typeface="Raleway"/>
              <a:sym typeface="Raleway"/>
            </a:endParaRPr>
          </a:p>
        </p:txBody>
      </p:sp>
      <p:sp>
        <p:nvSpPr>
          <p:cNvPr id="891" name="Google Shape;891;p5"/>
          <p:cNvSpPr/>
          <p:nvPr/>
        </p:nvSpPr>
        <p:spPr>
          <a:xfrm>
            <a:off x="4229357" y="2092243"/>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Object</a:t>
            </a:r>
            <a:endParaRPr sz="1800">
              <a:solidFill>
                <a:schemeClr val="lt1"/>
              </a:solidFill>
              <a:latin typeface="Raleway"/>
              <a:ea typeface="Raleway"/>
              <a:cs typeface="Raleway"/>
              <a:sym typeface="Raleway"/>
            </a:endParaRPr>
          </a:p>
        </p:txBody>
      </p:sp>
      <p:sp>
        <p:nvSpPr>
          <p:cNvPr id="892" name="Google Shape;892;p5"/>
          <p:cNvSpPr/>
          <p:nvPr/>
        </p:nvSpPr>
        <p:spPr>
          <a:xfrm>
            <a:off x="4229356" y="3383570"/>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ObjectPart</a:t>
            </a:r>
            <a:endParaRPr sz="1800">
              <a:solidFill>
                <a:schemeClr val="lt1"/>
              </a:solidFill>
              <a:latin typeface="Raleway"/>
              <a:ea typeface="Raleway"/>
              <a:cs typeface="Raleway"/>
              <a:sym typeface="Raleway"/>
            </a:endParaRPr>
          </a:p>
        </p:txBody>
      </p:sp>
      <p:sp>
        <p:nvSpPr>
          <p:cNvPr id="893" name="Google Shape;893;p5"/>
          <p:cNvSpPr/>
          <p:nvPr/>
        </p:nvSpPr>
        <p:spPr>
          <a:xfrm>
            <a:off x="4258439" y="4674898"/>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PhysicalProperty</a:t>
            </a:r>
            <a:endParaRPr sz="1800">
              <a:solidFill>
                <a:schemeClr val="lt1"/>
              </a:solidFill>
              <a:latin typeface="Raleway"/>
              <a:ea typeface="Raleway"/>
              <a:cs typeface="Raleway"/>
              <a:sym typeface="Raleway"/>
            </a:endParaRPr>
          </a:p>
        </p:txBody>
      </p:sp>
      <p:sp>
        <p:nvSpPr>
          <p:cNvPr id="894" name="Google Shape;894;p5"/>
          <p:cNvSpPr/>
          <p:nvPr/>
        </p:nvSpPr>
        <p:spPr>
          <a:xfrm>
            <a:off x="5247341" y="2949859"/>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95" name="Google Shape;895;p5"/>
          <p:cNvSpPr/>
          <p:nvPr/>
        </p:nvSpPr>
        <p:spPr>
          <a:xfrm>
            <a:off x="5247340" y="4241187"/>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896" name="Google Shape;896;p5"/>
          <p:cNvSpPr/>
          <p:nvPr/>
        </p:nvSpPr>
        <p:spPr>
          <a:xfrm>
            <a:off x="1695644" y="4240792"/>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6"/>
          <p:cNvSpPr txBox="1"/>
          <p:nvPr/>
        </p:nvSpPr>
        <p:spPr>
          <a:xfrm>
            <a:off x="641541" y="690191"/>
            <a:ext cx="10515600" cy="978408"/>
          </a:xfrm>
          <a:prstGeom prst="rect">
            <a:avLst/>
          </a:prstGeom>
          <a:noFill/>
          <a:ln>
            <a:noFill/>
          </a:ln>
        </p:spPr>
        <p:txBody>
          <a:bodyPr anchorCtr="0" anchor="t" bIns="45700" lIns="91425" spcFirstLastPara="1" rIns="91425" wrap="square" tIns="45700">
            <a:noAutofit/>
          </a:bodyPr>
          <a:lstStyle/>
          <a:p>
            <a:pPr indent="0" lvl="0" marL="0" marR="0" rtl="0" algn="l">
              <a:lnSpc>
                <a:spcPct val="55000"/>
              </a:lnSpc>
              <a:spcBef>
                <a:spcPts val="0"/>
              </a:spcBef>
              <a:spcAft>
                <a:spcPts val="0"/>
              </a:spcAft>
              <a:buClr>
                <a:schemeClr val="dk2"/>
              </a:buClr>
              <a:buSzPts val="4400"/>
              <a:buFont typeface="JasmineUPC"/>
              <a:buNone/>
            </a:pPr>
            <a:r>
              <a:rPr b="1" lang="en-US" sz="4400">
                <a:solidFill>
                  <a:schemeClr val="dk2"/>
                </a:solidFill>
                <a:latin typeface="JasmineUPC"/>
                <a:ea typeface="JasmineUPC"/>
                <a:cs typeface="JasmineUPC"/>
                <a:sym typeface="JasmineUPC"/>
              </a:rPr>
              <a:t>Example</a:t>
            </a:r>
            <a:endParaRPr b="1" sz="4400">
              <a:solidFill>
                <a:schemeClr val="dk2"/>
              </a:solidFill>
              <a:latin typeface="JasmineUPC"/>
              <a:ea typeface="JasmineUPC"/>
              <a:cs typeface="JasmineUPC"/>
              <a:sym typeface="JasmineUPC"/>
            </a:endParaRPr>
          </a:p>
        </p:txBody>
      </p:sp>
      <p:sp>
        <p:nvSpPr>
          <p:cNvPr id="902" name="Google Shape;902;p6"/>
          <p:cNvSpPr/>
          <p:nvPr/>
        </p:nvSpPr>
        <p:spPr>
          <a:xfrm>
            <a:off x="6217815" y="2009034"/>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CUT</a:t>
            </a:r>
            <a:endParaRPr sz="1800">
              <a:solidFill>
                <a:schemeClr val="lt1"/>
              </a:solidFill>
              <a:latin typeface="Raleway"/>
              <a:ea typeface="Raleway"/>
              <a:cs typeface="Raleway"/>
              <a:sym typeface="Raleway"/>
            </a:endParaRPr>
          </a:p>
        </p:txBody>
      </p:sp>
      <p:sp>
        <p:nvSpPr>
          <p:cNvPr id="903" name="Google Shape;903;p6"/>
          <p:cNvSpPr/>
          <p:nvPr/>
        </p:nvSpPr>
        <p:spPr>
          <a:xfrm>
            <a:off x="6217813" y="3300361"/>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50">
                <a:solidFill>
                  <a:schemeClr val="lt1"/>
                </a:solidFill>
                <a:latin typeface="Raleway"/>
                <a:ea typeface="Raleway"/>
                <a:cs typeface="Raleway"/>
                <a:sym typeface="Raleway"/>
              </a:rPr>
              <a:t>Sufficiently thin;</a:t>
            </a:r>
            <a:endParaRPr/>
          </a:p>
          <a:p>
            <a:pPr indent="0" lvl="0" marL="0" marR="0" rtl="0" algn="ctr">
              <a:spcBef>
                <a:spcPts val="0"/>
              </a:spcBef>
              <a:spcAft>
                <a:spcPts val="0"/>
              </a:spcAft>
              <a:buNone/>
            </a:pPr>
            <a:r>
              <a:rPr lang="en-US" sz="1750">
                <a:solidFill>
                  <a:schemeClr val="lt1"/>
                </a:solidFill>
                <a:latin typeface="Raleway"/>
                <a:ea typeface="Raleway"/>
                <a:cs typeface="Raleway"/>
                <a:sym typeface="Raleway"/>
              </a:rPr>
              <a:t>Rigid</a:t>
            </a:r>
            <a:endParaRPr/>
          </a:p>
        </p:txBody>
      </p:sp>
      <p:sp>
        <p:nvSpPr>
          <p:cNvPr id="904" name="Google Shape;904;p6"/>
          <p:cNvSpPr/>
          <p:nvPr/>
        </p:nvSpPr>
        <p:spPr>
          <a:xfrm>
            <a:off x="8521214" y="3529491"/>
            <a:ext cx="743732" cy="408858"/>
          </a:xfrm>
          <a:prstGeom prst="leftRightArrow">
            <a:avLst>
              <a:gd fmla="val 50000" name="adj1"/>
              <a:gd fmla="val 50000" name="adj2"/>
            </a:avLst>
          </a:prstGeom>
          <a:solidFill>
            <a:srgbClr val="FF0000">
              <a:alpha val="74902"/>
            </a:srgbClr>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05" name="Google Shape;905;p6"/>
          <p:cNvSpPr/>
          <p:nvPr/>
        </p:nvSpPr>
        <p:spPr>
          <a:xfrm>
            <a:off x="9259354" y="698726"/>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Flexible Card</a:t>
            </a:r>
            <a:endParaRPr/>
          </a:p>
        </p:txBody>
      </p:sp>
      <p:sp>
        <p:nvSpPr>
          <p:cNvPr id="906" name="Google Shape;906;p6"/>
          <p:cNvSpPr/>
          <p:nvPr/>
        </p:nvSpPr>
        <p:spPr>
          <a:xfrm>
            <a:off x="9259353" y="1990052"/>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Card edge</a:t>
            </a:r>
            <a:endParaRPr sz="1800">
              <a:solidFill>
                <a:schemeClr val="lt1"/>
              </a:solidFill>
              <a:latin typeface="Raleway"/>
              <a:ea typeface="Raleway"/>
              <a:cs typeface="Raleway"/>
              <a:sym typeface="Raleway"/>
            </a:endParaRPr>
          </a:p>
        </p:txBody>
      </p:sp>
      <p:sp>
        <p:nvSpPr>
          <p:cNvPr id="907" name="Google Shape;907;p6"/>
          <p:cNvSpPr/>
          <p:nvPr/>
        </p:nvSpPr>
        <p:spPr>
          <a:xfrm>
            <a:off x="9262606" y="3300754"/>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Sufficiently thin;</a:t>
            </a:r>
            <a:endParaRPr sz="1800">
              <a:solidFill>
                <a:schemeClr val="lt1"/>
              </a:solidFill>
              <a:latin typeface="Raleway"/>
              <a:ea typeface="Raleway"/>
              <a:cs typeface="Raleway"/>
              <a:sym typeface="Raleway"/>
            </a:endParaRPr>
          </a:p>
          <a:p>
            <a:pPr indent="0" lvl="0" marL="0" marR="0" rtl="0" algn="ctr">
              <a:spcBef>
                <a:spcPts val="0"/>
              </a:spcBef>
              <a:spcAft>
                <a:spcPts val="0"/>
              </a:spcAft>
              <a:buNone/>
            </a:pPr>
            <a:r>
              <a:rPr lang="en-US" sz="1800">
                <a:solidFill>
                  <a:schemeClr val="lt1"/>
                </a:solidFill>
                <a:latin typeface="Raleway"/>
                <a:ea typeface="Raleway"/>
                <a:cs typeface="Raleway"/>
                <a:sym typeface="Raleway"/>
              </a:rPr>
              <a:t>Insufficiently rigid</a:t>
            </a:r>
            <a:endParaRPr/>
          </a:p>
        </p:txBody>
      </p:sp>
      <p:sp>
        <p:nvSpPr>
          <p:cNvPr id="908" name="Google Shape;908;p6"/>
          <p:cNvSpPr/>
          <p:nvPr/>
        </p:nvSpPr>
        <p:spPr>
          <a:xfrm>
            <a:off x="10283796" y="1556342"/>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09" name="Google Shape;909;p6"/>
          <p:cNvSpPr/>
          <p:nvPr/>
        </p:nvSpPr>
        <p:spPr>
          <a:xfrm>
            <a:off x="10283795" y="2867043"/>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10" name="Google Shape;910;p6"/>
          <p:cNvSpPr/>
          <p:nvPr/>
        </p:nvSpPr>
        <p:spPr>
          <a:xfrm>
            <a:off x="7242252" y="2866648"/>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11" name="Google Shape;911;p6"/>
          <p:cNvSpPr/>
          <p:nvPr/>
        </p:nvSpPr>
        <p:spPr>
          <a:xfrm>
            <a:off x="484476" y="2010956"/>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CUT</a:t>
            </a:r>
            <a:endParaRPr sz="1800">
              <a:solidFill>
                <a:schemeClr val="lt1"/>
              </a:solidFill>
              <a:latin typeface="Raleway"/>
              <a:ea typeface="Raleway"/>
              <a:cs typeface="Raleway"/>
              <a:sym typeface="Raleway"/>
            </a:endParaRPr>
          </a:p>
        </p:txBody>
      </p:sp>
      <p:sp>
        <p:nvSpPr>
          <p:cNvPr id="912" name="Google Shape;912;p6"/>
          <p:cNvSpPr/>
          <p:nvPr/>
        </p:nvSpPr>
        <p:spPr>
          <a:xfrm>
            <a:off x="484473" y="3302282"/>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Sufficiently thin;</a:t>
            </a:r>
            <a:endParaRPr sz="1800">
              <a:solidFill>
                <a:srgbClr val="000000"/>
              </a:solidFill>
              <a:latin typeface="Raleway"/>
              <a:ea typeface="Raleway"/>
              <a:cs typeface="Raleway"/>
              <a:sym typeface="Raleway"/>
            </a:endParaRPr>
          </a:p>
          <a:p>
            <a:pPr indent="0" lvl="0" marL="0" marR="0" rtl="0" algn="ctr">
              <a:spcBef>
                <a:spcPts val="0"/>
              </a:spcBef>
              <a:spcAft>
                <a:spcPts val="0"/>
              </a:spcAft>
              <a:buNone/>
            </a:pPr>
            <a:r>
              <a:rPr lang="en-US" sz="1800">
                <a:solidFill>
                  <a:schemeClr val="lt1"/>
                </a:solidFill>
                <a:latin typeface="Raleway"/>
                <a:ea typeface="Raleway"/>
                <a:cs typeface="Raleway"/>
                <a:sym typeface="Raleway"/>
              </a:rPr>
              <a:t>Rigid</a:t>
            </a:r>
            <a:endParaRPr sz="1800">
              <a:solidFill>
                <a:srgbClr val="000000"/>
              </a:solidFill>
              <a:latin typeface="Raleway"/>
              <a:ea typeface="Raleway"/>
              <a:cs typeface="Raleway"/>
              <a:sym typeface="Raleway"/>
            </a:endParaRPr>
          </a:p>
        </p:txBody>
      </p:sp>
      <p:sp>
        <p:nvSpPr>
          <p:cNvPr id="913" name="Google Shape;913;p6"/>
          <p:cNvSpPr/>
          <p:nvPr/>
        </p:nvSpPr>
        <p:spPr>
          <a:xfrm>
            <a:off x="2787876" y="3531414"/>
            <a:ext cx="743732" cy="408858"/>
          </a:xfrm>
          <a:prstGeom prst="leftRightArrow">
            <a:avLst>
              <a:gd fmla="val 50000" name="adj1"/>
              <a:gd fmla="val 50000" name="adj2"/>
            </a:avLst>
          </a:prstGeom>
          <a:solidFill>
            <a:srgbClr val="FF0000">
              <a:alpha val="74902"/>
            </a:srgbClr>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14" name="Google Shape;914;p6"/>
          <p:cNvSpPr/>
          <p:nvPr/>
        </p:nvSpPr>
        <p:spPr>
          <a:xfrm>
            <a:off x="3513101" y="700648"/>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Rigid Card</a:t>
            </a:r>
            <a:endParaRPr sz="1800">
              <a:solidFill>
                <a:srgbClr val="000000"/>
              </a:solidFill>
              <a:latin typeface="Raleway"/>
              <a:ea typeface="Raleway"/>
              <a:cs typeface="Raleway"/>
              <a:sym typeface="Raleway"/>
            </a:endParaRPr>
          </a:p>
        </p:txBody>
      </p:sp>
      <p:sp>
        <p:nvSpPr>
          <p:cNvPr id="915" name="Google Shape;915;p6"/>
          <p:cNvSpPr/>
          <p:nvPr/>
        </p:nvSpPr>
        <p:spPr>
          <a:xfrm>
            <a:off x="3513100" y="2011347"/>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Card edge</a:t>
            </a:r>
            <a:endParaRPr sz="1800">
              <a:solidFill>
                <a:schemeClr val="lt1"/>
              </a:solidFill>
              <a:latin typeface="Raleway"/>
              <a:ea typeface="Raleway"/>
              <a:cs typeface="Raleway"/>
              <a:sym typeface="Raleway"/>
            </a:endParaRPr>
          </a:p>
        </p:txBody>
      </p:sp>
      <p:sp>
        <p:nvSpPr>
          <p:cNvPr id="916" name="Google Shape;916;p6"/>
          <p:cNvSpPr/>
          <p:nvPr/>
        </p:nvSpPr>
        <p:spPr>
          <a:xfrm>
            <a:off x="3529268" y="3302676"/>
            <a:ext cx="2304892" cy="85819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Sufficiently thin;</a:t>
            </a:r>
            <a:endParaRPr/>
          </a:p>
          <a:p>
            <a:pPr indent="0" lvl="0" marL="0" marR="0" rtl="0" algn="ctr">
              <a:spcBef>
                <a:spcPts val="0"/>
              </a:spcBef>
              <a:spcAft>
                <a:spcPts val="0"/>
              </a:spcAft>
              <a:buNone/>
            </a:pPr>
            <a:r>
              <a:rPr lang="en-US" sz="1800">
                <a:solidFill>
                  <a:schemeClr val="lt1"/>
                </a:solidFill>
                <a:latin typeface="Raleway"/>
                <a:ea typeface="Raleway"/>
                <a:cs typeface="Raleway"/>
                <a:sym typeface="Raleway"/>
              </a:rPr>
              <a:t>Rigid</a:t>
            </a:r>
            <a:endParaRPr/>
          </a:p>
        </p:txBody>
      </p:sp>
      <p:sp>
        <p:nvSpPr>
          <p:cNvPr id="917" name="Google Shape;917;p6"/>
          <p:cNvSpPr/>
          <p:nvPr/>
        </p:nvSpPr>
        <p:spPr>
          <a:xfrm>
            <a:off x="4537543" y="1571179"/>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18" name="Google Shape;918;p6"/>
          <p:cNvSpPr/>
          <p:nvPr/>
        </p:nvSpPr>
        <p:spPr>
          <a:xfrm>
            <a:off x="4537542" y="2868965"/>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19" name="Google Shape;919;p6"/>
          <p:cNvSpPr/>
          <p:nvPr/>
        </p:nvSpPr>
        <p:spPr>
          <a:xfrm>
            <a:off x="1508913" y="2868570"/>
            <a:ext cx="260649" cy="433999"/>
          </a:xfrm>
          <a:prstGeom prst="downArrow">
            <a:avLst>
              <a:gd fmla="val 50000" name="adj1"/>
              <a:gd fmla="val 50000" name="adj2"/>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20" name="Google Shape;920;p6"/>
          <p:cNvSpPr/>
          <p:nvPr/>
        </p:nvSpPr>
        <p:spPr>
          <a:xfrm>
            <a:off x="2008472" y="4451739"/>
            <a:ext cx="2304892" cy="858193"/>
          </a:xfrm>
          <a:prstGeom prst="roundRect">
            <a:avLst>
              <a:gd fmla="val 16667" name="adj"/>
            </a:avLst>
          </a:prstGeom>
          <a:solidFill>
            <a:srgbClr val="FF0000">
              <a:alpha val="47843"/>
            </a:srgbClr>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Requirements satisfied</a:t>
            </a:r>
            <a:endParaRPr sz="1800">
              <a:solidFill>
                <a:schemeClr val="lt1"/>
              </a:solidFill>
              <a:latin typeface="Raleway"/>
              <a:ea typeface="Raleway"/>
              <a:cs typeface="Raleway"/>
              <a:sym typeface="Raleway"/>
            </a:endParaRPr>
          </a:p>
        </p:txBody>
      </p:sp>
      <p:sp>
        <p:nvSpPr>
          <p:cNvPr id="921" name="Google Shape;921;p6"/>
          <p:cNvSpPr/>
          <p:nvPr/>
        </p:nvSpPr>
        <p:spPr>
          <a:xfrm>
            <a:off x="3032912" y="5309552"/>
            <a:ext cx="260649" cy="433999"/>
          </a:xfrm>
          <a:prstGeom prst="downArrow">
            <a:avLst>
              <a:gd fmla="val 50000" name="adj1"/>
              <a:gd fmla="val 50000" name="adj2"/>
            </a:avLst>
          </a:prstGeom>
          <a:solidFill>
            <a:srgbClr val="FB807E"/>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22" name="Google Shape;922;p6"/>
          <p:cNvSpPr/>
          <p:nvPr/>
        </p:nvSpPr>
        <p:spPr>
          <a:xfrm>
            <a:off x="2008471" y="5743264"/>
            <a:ext cx="2304892" cy="858193"/>
          </a:xfrm>
          <a:prstGeom prst="roundRect">
            <a:avLst>
              <a:gd fmla="val 16667" name="adj"/>
            </a:avLst>
          </a:prstGeom>
          <a:solidFill>
            <a:srgbClr val="FB807E"/>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Feasible under represented conditions</a:t>
            </a:r>
            <a:endParaRPr sz="1800">
              <a:solidFill>
                <a:schemeClr val="lt1"/>
              </a:solidFill>
              <a:latin typeface="Raleway"/>
              <a:ea typeface="Raleway"/>
              <a:cs typeface="Raleway"/>
              <a:sym typeface="Raleway"/>
            </a:endParaRPr>
          </a:p>
        </p:txBody>
      </p:sp>
      <p:sp>
        <p:nvSpPr>
          <p:cNvPr id="923" name="Google Shape;923;p6"/>
          <p:cNvSpPr/>
          <p:nvPr/>
        </p:nvSpPr>
        <p:spPr>
          <a:xfrm>
            <a:off x="7742844" y="4451738"/>
            <a:ext cx="2304892" cy="858193"/>
          </a:xfrm>
          <a:prstGeom prst="roundRect">
            <a:avLst>
              <a:gd fmla="val 16667" name="adj"/>
            </a:avLst>
          </a:prstGeom>
          <a:solidFill>
            <a:srgbClr val="FB807E"/>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Explicit conflict</a:t>
            </a:r>
            <a:endParaRPr sz="1800">
              <a:solidFill>
                <a:schemeClr val="lt1"/>
              </a:solidFill>
              <a:latin typeface="Raleway"/>
              <a:ea typeface="Raleway"/>
              <a:cs typeface="Raleway"/>
              <a:sym typeface="Raleway"/>
            </a:endParaRPr>
          </a:p>
        </p:txBody>
      </p:sp>
      <p:sp>
        <p:nvSpPr>
          <p:cNvPr id="924" name="Google Shape;924;p6"/>
          <p:cNvSpPr/>
          <p:nvPr/>
        </p:nvSpPr>
        <p:spPr>
          <a:xfrm>
            <a:off x="8767284" y="5309551"/>
            <a:ext cx="260649" cy="433999"/>
          </a:xfrm>
          <a:prstGeom prst="downArrow">
            <a:avLst>
              <a:gd fmla="val 50000" name="adj1"/>
              <a:gd fmla="val 50000" name="adj2"/>
            </a:avLst>
          </a:prstGeom>
          <a:solidFill>
            <a:srgbClr val="FB807E"/>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25" name="Google Shape;925;p6"/>
          <p:cNvSpPr/>
          <p:nvPr/>
        </p:nvSpPr>
        <p:spPr>
          <a:xfrm>
            <a:off x="7742843" y="5743263"/>
            <a:ext cx="2304892" cy="858193"/>
          </a:xfrm>
          <a:prstGeom prst="roundRect">
            <a:avLst>
              <a:gd fmla="val 16667" name="adj"/>
            </a:avLst>
          </a:prstGeom>
          <a:solidFill>
            <a:srgbClr val="FB807E"/>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Infeasible under represented conditions</a:t>
            </a:r>
            <a:endParaRPr/>
          </a:p>
        </p:txBody>
      </p:sp>
      <p:sp>
        <p:nvSpPr>
          <p:cNvPr id="926" name="Google Shape;926;p6"/>
          <p:cNvSpPr/>
          <p:nvPr/>
        </p:nvSpPr>
        <p:spPr>
          <a:xfrm>
            <a:off x="3043716" y="3836675"/>
            <a:ext cx="231991" cy="612931"/>
          </a:xfrm>
          <a:prstGeom prst="downArrow">
            <a:avLst>
              <a:gd fmla="val 50000" name="adj1"/>
              <a:gd fmla="val 50000" name="adj2"/>
            </a:avLst>
          </a:prstGeom>
          <a:solidFill>
            <a:srgbClr val="FB807E"/>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27" name="Google Shape;927;p6"/>
          <p:cNvSpPr/>
          <p:nvPr/>
        </p:nvSpPr>
        <p:spPr>
          <a:xfrm>
            <a:off x="8765173" y="3836674"/>
            <a:ext cx="231991" cy="612931"/>
          </a:xfrm>
          <a:prstGeom prst="downArrow">
            <a:avLst>
              <a:gd fmla="val 50000" name="adj1"/>
              <a:gd fmla="val 50000" name="adj2"/>
            </a:avLst>
          </a:prstGeom>
          <a:solidFill>
            <a:srgbClr val="FB807E"/>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7"/>
          <p:cNvSpPr txBox="1"/>
          <p:nvPr>
            <p:ph type="title"/>
          </p:nvPr>
        </p:nvSpPr>
        <p:spPr>
          <a:xfrm>
            <a:off x="699660" y="502920"/>
            <a:ext cx="10515600" cy="978408"/>
          </a:xfrm>
          <a:prstGeom prst="rect">
            <a:avLst/>
          </a:prstGeom>
          <a:noFill/>
          <a:ln>
            <a:noFill/>
          </a:ln>
        </p:spPr>
        <p:txBody>
          <a:bodyPr anchorCtr="0" anchor="b" bIns="45700" lIns="91425" spcFirstLastPara="1" rIns="91425" wrap="square" tIns="45700">
            <a:normAutofit/>
          </a:bodyPr>
          <a:lstStyle/>
          <a:p>
            <a:pPr indent="0" lvl="0" marL="0" rtl="0" algn="l">
              <a:lnSpc>
                <a:spcPct val="55000"/>
              </a:lnSpc>
              <a:spcBef>
                <a:spcPts val="0"/>
              </a:spcBef>
              <a:spcAft>
                <a:spcPts val="0"/>
              </a:spcAft>
              <a:buClr>
                <a:schemeClr val="dk2"/>
              </a:buClr>
              <a:buSzPts val="4400"/>
              <a:buFont typeface="JasmineUPC"/>
              <a:buNone/>
            </a:pPr>
            <a:r>
              <a:rPr lang="en-US"/>
              <a:t>Actors and Interaction</a:t>
            </a:r>
            <a:endParaRPr/>
          </a:p>
        </p:txBody>
      </p:sp>
      <p:sp>
        <p:nvSpPr>
          <p:cNvPr id="933" name="Google Shape;933;p7"/>
          <p:cNvSpPr txBox="1"/>
          <p:nvPr>
            <p:ph idx="1" type="body"/>
          </p:nvPr>
        </p:nvSpPr>
        <p:spPr>
          <a:xfrm>
            <a:off x="689500" y="1359348"/>
            <a:ext cx="2346960" cy="576072"/>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Clr>
                <a:schemeClr val="dk2"/>
              </a:buClr>
              <a:buSzPts val="1800"/>
              <a:buNone/>
            </a:pPr>
            <a:r>
              <a:rPr lang="en-US" sz="1800"/>
              <a:t>Researcher</a:t>
            </a:r>
            <a:endParaRPr/>
          </a:p>
        </p:txBody>
      </p:sp>
      <p:sp>
        <p:nvSpPr>
          <p:cNvPr id="934" name="Google Shape;934;p7"/>
          <p:cNvSpPr/>
          <p:nvPr/>
        </p:nvSpPr>
        <p:spPr>
          <a:xfrm>
            <a:off x="692727" y="2049381"/>
            <a:ext cx="2433194" cy="430347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Submits queries to the ontology-based reasoning system. Receives the resulting feasibility judgment, candidate objects, and property-based explanations.</a:t>
            </a:r>
            <a:endParaRPr sz="1800">
              <a:solidFill>
                <a:schemeClr val="lt1"/>
              </a:solidFill>
              <a:latin typeface="Raleway"/>
              <a:ea typeface="Raleway"/>
              <a:cs typeface="Raleway"/>
              <a:sym typeface="Raleway"/>
            </a:endParaRPr>
          </a:p>
        </p:txBody>
      </p:sp>
      <p:sp>
        <p:nvSpPr>
          <p:cNvPr id="935" name="Google Shape;935;p7"/>
          <p:cNvSpPr/>
          <p:nvPr/>
        </p:nvSpPr>
        <p:spPr>
          <a:xfrm>
            <a:off x="3507046" y="2049381"/>
            <a:ext cx="2433194" cy="430347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Represents the assumed physical capabilities of the person who would perform the action.</a:t>
            </a:r>
            <a:endParaRPr sz="1800">
              <a:solidFill>
                <a:schemeClr val="lt1"/>
              </a:solidFill>
              <a:latin typeface="Raleway"/>
              <a:ea typeface="Raleway"/>
              <a:cs typeface="Raleway"/>
              <a:sym typeface="Raleway"/>
            </a:endParaRPr>
          </a:p>
        </p:txBody>
      </p:sp>
      <p:sp>
        <p:nvSpPr>
          <p:cNvPr id="936" name="Google Shape;936;p7"/>
          <p:cNvSpPr/>
          <p:nvPr/>
        </p:nvSpPr>
        <p:spPr>
          <a:xfrm>
            <a:off x="6229925" y="2049381"/>
            <a:ext cx="2433194" cy="430347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50">
                <a:solidFill>
                  <a:schemeClr val="lt1"/>
                </a:solidFill>
                <a:latin typeface="Raleway"/>
                <a:ea typeface="Raleway"/>
                <a:cs typeface="Raleway"/>
                <a:sym typeface="Raleway"/>
              </a:rPr>
              <a:t>Uses the ontology to retrieve the requirements associated with Cut, identify relevant object parts and their represented physical properties, and reason about whether those properties satisfy or conflict with the action requirements. </a:t>
            </a:r>
            <a:endParaRPr sz="1750">
              <a:solidFill>
                <a:schemeClr val="lt1"/>
              </a:solidFill>
              <a:latin typeface="Raleway"/>
              <a:ea typeface="Raleway"/>
              <a:cs typeface="Raleway"/>
              <a:sym typeface="Raleway"/>
            </a:endParaRPr>
          </a:p>
        </p:txBody>
      </p:sp>
      <p:sp>
        <p:nvSpPr>
          <p:cNvPr id="937" name="Google Shape;937;p7"/>
          <p:cNvSpPr/>
          <p:nvPr/>
        </p:nvSpPr>
        <p:spPr>
          <a:xfrm>
            <a:off x="9044244" y="2049381"/>
            <a:ext cx="2433194" cy="4303473"/>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aleway"/>
                <a:ea typeface="Raleway"/>
                <a:cs typeface="Raleway"/>
                <a:sym typeface="Raleway"/>
              </a:rPr>
              <a:t>Supplies structured information used to populate or support the ontology, including objects, object parts, physical properties, and evidence used to define or refine cutting requirements. </a:t>
            </a:r>
            <a:endParaRPr sz="1800">
              <a:solidFill>
                <a:schemeClr val="lt1"/>
              </a:solidFill>
              <a:latin typeface="Raleway"/>
              <a:ea typeface="Raleway"/>
              <a:cs typeface="Raleway"/>
              <a:sym typeface="Raleway"/>
            </a:endParaRPr>
          </a:p>
        </p:txBody>
      </p:sp>
      <p:sp>
        <p:nvSpPr>
          <p:cNvPr id="938" name="Google Shape;938;p7"/>
          <p:cNvSpPr txBox="1"/>
          <p:nvPr/>
        </p:nvSpPr>
        <p:spPr>
          <a:xfrm>
            <a:off x="3554620" y="1359348"/>
            <a:ext cx="2346960" cy="576072"/>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dk2"/>
              </a:buClr>
              <a:buSzPts val="1800"/>
              <a:buFont typeface="Arial"/>
              <a:buNone/>
            </a:pPr>
            <a:r>
              <a:rPr lang="en-US" sz="1800">
                <a:solidFill>
                  <a:schemeClr val="dk2"/>
                </a:solidFill>
                <a:latin typeface="Raleway"/>
                <a:ea typeface="Raleway"/>
                <a:cs typeface="Raleway"/>
                <a:sym typeface="Raleway"/>
              </a:rPr>
              <a:t>Ordinary Human Actor</a:t>
            </a:r>
            <a:endParaRPr sz="1800">
              <a:solidFill>
                <a:schemeClr val="dk2"/>
              </a:solidFill>
              <a:latin typeface="Raleway"/>
              <a:ea typeface="Raleway"/>
              <a:cs typeface="Raleway"/>
              <a:sym typeface="Raleway"/>
            </a:endParaRPr>
          </a:p>
        </p:txBody>
      </p:sp>
      <p:sp>
        <p:nvSpPr>
          <p:cNvPr id="939" name="Google Shape;939;p7"/>
          <p:cNvSpPr txBox="1"/>
          <p:nvPr/>
        </p:nvSpPr>
        <p:spPr>
          <a:xfrm>
            <a:off x="6277499" y="1359347"/>
            <a:ext cx="2346960" cy="576072"/>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dk2"/>
              </a:buClr>
              <a:buSzPts val="1800"/>
              <a:buFont typeface="Arial"/>
              <a:buNone/>
            </a:pPr>
            <a:r>
              <a:rPr lang="en-US" sz="1800">
                <a:solidFill>
                  <a:schemeClr val="dk2"/>
                </a:solidFill>
                <a:latin typeface="Raleway"/>
                <a:ea typeface="Raleway"/>
                <a:cs typeface="Raleway"/>
                <a:sym typeface="Raleway"/>
              </a:rPr>
              <a:t>Ontology-Based Reasoning System</a:t>
            </a:r>
            <a:endParaRPr sz="1400">
              <a:solidFill>
                <a:schemeClr val="dk2"/>
              </a:solidFill>
              <a:latin typeface="Raleway"/>
              <a:ea typeface="Raleway"/>
              <a:cs typeface="Raleway"/>
              <a:sym typeface="Raleway"/>
            </a:endParaRPr>
          </a:p>
        </p:txBody>
      </p:sp>
      <p:sp>
        <p:nvSpPr>
          <p:cNvPr id="940" name="Google Shape;940;p7"/>
          <p:cNvSpPr txBox="1"/>
          <p:nvPr/>
        </p:nvSpPr>
        <p:spPr>
          <a:xfrm>
            <a:off x="9091819" y="1359347"/>
            <a:ext cx="2346960" cy="576072"/>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chemeClr val="dk2"/>
              </a:buClr>
              <a:buSzPts val="1800"/>
              <a:buFont typeface="Arial"/>
              <a:buNone/>
            </a:pPr>
            <a:r>
              <a:rPr lang="en-US" sz="1800">
                <a:solidFill>
                  <a:schemeClr val="dk2"/>
                </a:solidFill>
                <a:latin typeface="Raleway"/>
                <a:ea typeface="Raleway"/>
                <a:cs typeface="Raleway"/>
                <a:sym typeface="Raleway"/>
              </a:rPr>
              <a:t>Knowledge Base/</a:t>
            </a:r>
            <a:br>
              <a:rPr lang="en-US" sz="1800">
                <a:solidFill>
                  <a:schemeClr val="dk2"/>
                </a:solidFill>
                <a:latin typeface="Raleway"/>
                <a:ea typeface="Raleway"/>
                <a:cs typeface="Raleway"/>
                <a:sym typeface="Raleway"/>
              </a:rPr>
            </a:br>
            <a:r>
              <a:rPr lang="en-US" sz="1800">
                <a:solidFill>
                  <a:schemeClr val="dk2"/>
                </a:solidFill>
                <a:latin typeface="Raleway"/>
                <a:ea typeface="Raleway"/>
                <a:cs typeface="Raleway"/>
                <a:sym typeface="Raleway"/>
              </a:rPr>
              <a:t>Data Source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8"/>
          <p:cNvSpPr txBox="1"/>
          <p:nvPr>
            <p:ph type="title"/>
          </p:nvPr>
        </p:nvSpPr>
        <p:spPr>
          <a:xfrm>
            <a:off x="699653" y="265200"/>
            <a:ext cx="7139400" cy="9783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55000"/>
              </a:lnSpc>
              <a:spcBef>
                <a:spcPts val="0"/>
              </a:spcBef>
              <a:spcAft>
                <a:spcPts val="0"/>
              </a:spcAft>
              <a:buClr>
                <a:schemeClr val="dk2"/>
              </a:buClr>
              <a:buSzPct val="100000"/>
              <a:buFont typeface="JasmineUPC"/>
              <a:buNone/>
            </a:pPr>
            <a:r>
              <a:rPr lang="en-US"/>
              <a:t>Usage Scenario 1: </a:t>
            </a:r>
            <a:endParaRPr/>
          </a:p>
          <a:p>
            <a:pPr indent="0" lvl="0" marL="0" rtl="0" algn="l">
              <a:lnSpc>
                <a:spcPct val="55000"/>
              </a:lnSpc>
              <a:spcBef>
                <a:spcPts val="0"/>
              </a:spcBef>
              <a:spcAft>
                <a:spcPts val="0"/>
              </a:spcAft>
              <a:buClr>
                <a:schemeClr val="dk2"/>
              </a:buClr>
              <a:buSzPct val="314286"/>
              <a:buFont typeface="JasmineUPC"/>
              <a:buNone/>
            </a:pPr>
            <a:br>
              <a:rPr lang="en-US"/>
            </a:br>
            <a:r>
              <a:rPr lang="en-US"/>
              <a:t>Feasibility Verification</a:t>
            </a:r>
            <a:endParaRPr b="0" sz="1400">
              <a:latin typeface="Raleway"/>
              <a:ea typeface="Raleway"/>
              <a:cs typeface="Raleway"/>
              <a:sym typeface="Raleway"/>
            </a:endParaRPr>
          </a:p>
        </p:txBody>
      </p:sp>
      <p:sp>
        <p:nvSpPr>
          <p:cNvPr id="946" name="Google Shape;946;p8"/>
          <p:cNvSpPr txBox="1"/>
          <p:nvPr>
            <p:ph idx="1" type="body"/>
          </p:nvPr>
        </p:nvSpPr>
        <p:spPr>
          <a:xfrm>
            <a:off x="699660" y="1476405"/>
            <a:ext cx="7220018" cy="4634775"/>
          </a:xfrm>
          <a:prstGeom prst="rect">
            <a:avLst/>
          </a:prstGeom>
          <a:noFill/>
          <a:ln>
            <a:noFill/>
          </a:ln>
        </p:spPr>
        <p:txBody>
          <a:bodyPr anchorCtr="0" anchor="t" bIns="45700" lIns="91425" spcFirstLastPara="1" rIns="91425" wrap="square" tIns="45700">
            <a:noAutofit/>
          </a:bodyPr>
          <a:lstStyle/>
          <a:p>
            <a:pPr indent="-215900" lvl="0" marL="228600" rtl="0" algn="l">
              <a:lnSpc>
                <a:spcPct val="120000"/>
              </a:lnSpc>
              <a:spcBef>
                <a:spcPts val="0"/>
              </a:spcBef>
              <a:spcAft>
                <a:spcPts val="0"/>
              </a:spcAft>
              <a:buClr>
                <a:srgbClr val="000000"/>
              </a:buClr>
              <a:buSzPts val="1600"/>
              <a:buChar char="•"/>
            </a:pPr>
            <a:r>
              <a:rPr lang="en-US" sz="1600">
                <a:solidFill>
                  <a:srgbClr val="000000"/>
                </a:solidFill>
                <a:latin typeface="JasmineUPC"/>
                <a:ea typeface="JasmineUPC"/>
                <a:cs typeface="JasmineUPC"/>
                <a:sym typeface="JasmineUPC"/>
              </a:rPr>
              <a:t>A researcher studying physical affordances wants to determine whether a specific everyday object could be used by an ordinary human actor to perform </a:t>
            </a:r>
            <a:r>
              <a:rPr b="1" lang="en-US" sz="1600">
                <a:solidFill>
                  <a:srgbClr val="000000"/>
                </a:solidFill>
                <a:latin typeface="JasmineUPC"/>
                <a:ea typeface="JasmineUPC"/>
                <a:cs typeface="JasmineUPC"/>
                <a:sym typeface="JasmineUPC"/>
              </a:rPr>
              <a:t>CUT</a:t>
            </a:r>
            <a:r>
              <a:rPr lang="en-US" sz="1600">
                <a:solidFill>
                  <a:srgbClr val="000000"/>
                </a:solidFill>
                <a:latin typeface="JasmineUPC"/>
                <a:ea typeface="JasmineUPC"/>
                <a:cs typeface="JasmineUPC"/>
                <a:sym typeface="JasmineUPC"/>
              </a:rPr>
              <a:t> in a kitchen setting.</a:t>
            </a:r>
            <a:endParaRPr sz="1600">
              <a:solidFill>
                <a:srgbClr val="000000"/>
              </a:solidFill>
              <a:highlight>
                <a:srgbClr val="606060"/>
              </a:highlight>
              <a:latin typeface="JasmineUPC"/>
              <a:ea typeface="JasmineUPC"/>
              <a:cs typeface="JasmineUPC"/>
              <a:sym typeface="JasmineUPC"/>
            </a:endParaRPr>
          </a:p>
          <a:p>
            <a:pPr indent="-215900" lvl="1" marL="685800" rtl="0" algn="l">
              <a:lnSpc>
                <a:spcPct val="120000"/>
              </a:lnSpc>
              <a:spcBef>
                <a:spcPts val="500"/>
              </a:spcBef>
              <a:spcAft>
                <a:spcPts val="0"/>
              </a:spcAft>
              <a:buClr>
                <a:srgbClr val="000000"/>
              </a:buClr>
              <a:buSzPts val="1600"/>
              <a:buFont typeface="Courier New"/>
              <a:buChar char="o"/>
            </a:pPr>
            <a:r>
              <a:rPr lang="en-US" sz="1600">
                <a:solidFill>
                  <a:srgbClr val="000000"/>
                </a:solidFill>
                <a:latin typeface="JasmineUPC"/>
                <a:ea typeface="JasmineUPC"/>
                <a:cs typeface="JasmineUPC"/>
                <a:sym typeface="JasmineUPC"/>
              </a:rPr>
              <a:t> "Can a rigid plastic card could be used to cut a carrot"</a:t>
            </a:r>
            <a:endParaRPr sz="1200"/>
          </a:p>
          <a:p>
            <a:pPr indent="-215900" lvl="0" marL="228600" rtl="0" algn="l">
              <a:lnSpc>
                <a:spcPct val="120000"/>
              </a:lnSpc>
              <a:spcBef>
                <a:spcPts val="1000"/>
              </a:spcBef>
              <a:spcAft>
                <a:spcPts val="0"/>
              </a:spcAft>
              <a:buClr>
                <a:srgbClr val="000000"/>
              </a:buClr>
              <a:buSzPts val="1600"/>
              <a:buChar char="•"/>
            </a:pPr>
            <a:r>
              <a:rPr lang="en-US" sz="1600">
                <a:solidFill>
                  <a:srgbClr val="000000"/>
                </a:solidFill>
                <a:latin typeface="JasmineUPC"/>
                <a:ea typeface="JasmineUPC"/>
                <a:cs typeface="JasmineUPC"/>
                <a:sym typeface="JasmineUPC"/>
              </a:rPr>
              <a:t>The system uses the ontology to:</a:t>
            </a:r>
            <a:endParaRPr sz="1200"/>
          </a:p>
          <a:p>
            <a:pPr indent="-215900" lvl="1" marL="685800" rtl="0" algn="l">
              <a:lnSpc>
                <a:spcPct val="120000"/>
              </a:lnSpc>
              <a:spcBef>
                <a:spcPts val="500"/>
              </a:spcBef>
              <a:spcAft>
                <a:spcPts val="0"/>
              </a:spcAft>
              <a:buClr>
                <a:srgbClr val="000000"/>
              </a:buClr>
              <a:buSzPts val="1600"/>
              <a:buFont typeface="Courier New"/>
              <a:buChar char="o"/>
            </a:pPr>
            <a:r>
              <a:rPr b="1" lang="en-US" sz="1600">
                <a:solidFill>
                  <a:srgbClr val="000000"/>
                </a:solidFill>
                <a:latin typeface="JasmineUPC"/>
                <a:ea typeface="JasmineUPC"/>
                <a:cs typeface="JasmineUPC"/>
                <a:sym typeface="JasmineUPC"/>
              </a:rPr>
              <a:t>Retrieve</a:t>
            </a:r>
            <a:r>
              <a:rPr lang="en-US" sz="1600">
                <a:solidFill>
                  <a:srgbClr val="000000"/>
                </a:solidFill>
                <a:latin typeface="JasmineUPC"/>
                <a:ea typeface="JasmineUPC"/>
                <a:cs typeface="JasmineUPC"/>
                <a:sym typeface="JasmineUPC"/>
              </a:rPr>
              <a:t> the </a:t>
            </a:r>
            <a:r>
              <a:rPr lang="en-US" sz="1600" u="sng">
                <a:solidFill>
                  <a:srgbClr val="000000"/>
                </a:solidFill>
                <a:latin typeface="JasmineUPC"/>
                <a:ea typeface="JasmineUPC"/>
                <a:cs typeface="JasmineUPC"/>
                <a:sym typeface="JasmineUPC"/>
              </a:rPr>
              <a:t>physical requirements</a:t>
            </a:r>
            <a:r>
              <a:rPr lang="en-US" sz="1600">
                <a:solidFill>
                  <a:srgbClr val="000000"/>
                </a:solidFill>
                <a:latin typeface="JasmineUPC"/>
                <a:ea typeface="JasmineUPC"/>
                <a:cs typeface="JasmineUPC"/>
                <a:sym typeface="JasmineUPC"/>
              </a:rPr>
              <a:t> represented for cutting</a:t>
            </a:r>
            <a:endParaRPr sz="1600">
              <a:solidFill>
                <a:srgbClr val="000000"/>
              </a:solidFill>
              <a:highlight>
                <a:srgbClr val="606060"/>
              </a:highlight>
              <a:latin typeface="JasmineUPC"/>
              <a:ea typeface="JasmineUPC"/>
              <a:cs typeface="JasmineUPC"/>
              <a:sym typeface="JasmineUPC"/>
            </a:endParaRPr>
          </a:p>
          <a:p>
            <a:pPr indent="-215900" lvl="1" marL="685800" rtl="0" algn="l">
              <a:lnSpc>
                <a:spcPct val="120000"/>
              </a:lnSpc>
              <a:spcBef>
                <a:spcPts val="500"/>
              </a:spcBef>
              <a:spcAft>
                <a:spcPts val="0"/>
              </a:spcAft>
              <a:buClr>
                <a:srgbClr val="000000"/>
              </a:buClr>
              <a:buSzPts val="1600"/>
              <a:buFont typeface="Courier New"/>
              <a:buChar char="o"/>
            </a:pPr>
            <a:r>
              <a:rPr b="1" lang="en-US" sz="1600">
                <a:solidFill>
                  <a:srgbClr val="000000"/>
                </a:solidFill>
                <a:latin typeface="JasmineUPC"/>
                <a:ea typeface="JasmineUPC"/>
                <a:cs typeface="JasmineUPC"/>
                <a:sym typeface="JasmineUPC"/>
              </a:rPr>
              <a:t>Identify</a:t>
            </a:r>
            <a:r>
              <a:rPr lang="en-US" sz="1600">
                <a:solidFill>
                  <a:srgbClr val="000000"/>
                </a:solidFill>
                <a:latin typeface="JasmineUPC"/>
                <a:ea typeface="JasmineUPC"/>
                <a:cs typeface="JasmineUPC"/>
                <a:sym typeface="JasmineUPC"/>
              </a:rPr>
              <a:t> the </a:t>
            </a:r>
            <a:r>
              <a:rPr lang="en-US" sz="1600" u="sng">
                <a:solidFill>
                  <a:srgbClr val="000000"/>
                </a:solidFill>
                <a:latin typeface="JasmineUPC"/>
                <a:ea typeface="JasmineUPC"/>
                <a:cs typeface="JasmineUPC"/>
                <a:sym typeface="JasmineUPC"/>
              </a:rPr>
              <a:t>relevant part</a:t>
            </a:r>
            <a:r>
              <a:rPr lang="en-US" sz="1600">
                <a:solidFill>
                  <a:srgbClr val="000000"/>
                </a:solidFill>
                <a:latin typeface="JasmineUPC"/>
                <a:ea typeface="JasmineUPC"/>
                <a:cs typeface="JasmineUPC"/>
                <a:sym typeface="JasmineUPC"/>
              </a:rPr>
              <a:t> of the card</a:t>
            </a:r>
            <a:endParaRPr sz="1600">
              <a:solidFill>
                <a:srgbClr val="000000"/>
              </a:solidFill>
              <a:highlight>
                <a:srgbClr val="606060"/>
              </a:highlight>
              <a:latin typeface="JasmineUPC"/>
              <a:ea typeface="JasmineUPC"/>
              <a:cs typeface="JasmineUPC"/>
              <a:sym typeface="JasmineUPC"/>
            </a:endParaRPr>
          </a:p>
          <a:p>
            <a:pPr indent="-215900" lvl="1" marL="685800" rtl="0" algn="l">
              <a:lnSpc>
                <a:spcPct val="120000"/>
              </a:lnSpc>
              <a:spcBef>
                <a:spcPts val="500"/>
              </a:spcBef>
              <a:spcAft>
                <a:spcPts val="0"/>
              </a:spcAft>
              <a:buClr>
                <a:srgbClr val="000000"/>
              </a:buClr>
              <a:buSzPts val="1600"/>
              <a:buFont typeface="Courier New"/>
              <a:buChar char="o"/>
            </a:pPr>
            <a:r>
              <a:rPr b="1" lang="en-US" sz="1600">
                <a:solidFill>
                  <a:srgbClr val="000000"/>
                </a:solidFill>
                <a:latin typeface="JasmineUPC"/>
                <a:ea typeface="JasmineUPC"/>
                <a:cs typeface="JasmineUPC"/>
                <a:sym typeface="JasmineUPC"/>
              </a:rPr>
              <a:t>Retrieve</a:t>
            </a:r>
            <a:r>
              <a:rPr lang="en-US" sz="1600">
                <a:solidFill>
                  <a:srgbClr val="000000"/>
                </a:solidFill>
                <a:latin typeface="JasmineUPC"/>
                <a:ea typeface="JasmineUPC"/>
                <a:cs typeface="JasmineUPC"/>
                <a:sym typeface="JasmineUPC"/>
              </a:rPr>
              <a:t> the </a:t>
            </a:r>
            <a:r>
              <a:rPr lang="en-US" sz="1600" u="sng">
                <a:solidFill>
                  <a:srgbClr val="000000"/>
                </a:solidFill>
                <a:latin typeface="JasmineUPC"/>
                <a:ea typeface="JasmineUPC"/>
                <a:cs typeface="JasmineUPC"/>
                <a:sym typeface="JasmineUPC"/>
              </a:rPr>
              <a:t>physical properties</a:t>
            </a:r>
            <a:r>
              <a:rPr lang="en-US" sz="1600">
                <a:solidFill>
                  <a:srgbClr val="000000"/>
                </a:solidFill>
                <a:latin typeface="JasmineUPC"/>
                <a:ea typeface="JasmineUPC"/>
                <a:cs typeface="JasmineUPC"/>
                <a:sym typeface="JasmineUPC"/>
              </a:rPr>
              <a:t> associated with that part. </a:t>
            </a:r>
            <a:endParaRPr sz="1600">
              <a:solidFill>
                <a:srgbClr val="000000"/>
              </a:solidFill>
              <a:highlight>
                <a:srgbClr val="606060"/>
              </a:highlight>
              <a:latin typeface="JasmineUPC"/>
              <a:ea typeface="JasmineUPC"/>
              <a:cs typeface="JasmineUPC"/>
              <a:sym typeface="JasmineUPC"/>
            </a:endParaRPr>
          </a:p>
          <a:p>
            <a:pPr indent="-215900" lvl="0" marL="228600" rtl="0" algn="l">
              <a:lnSpc>
                <a:spcPct val="120000"/>
              </a:lnSpc>
              <a:spcBef>
                <a:spcPts val="1000"/>
              </a:spcBef>
              <a:spcAft>
                <a:spcPts val="0"/>
              </a:spcAft>
              <a:buClr>
                <a:srgbClr val="000000"/>
              </a:buClr>
              <a:buSzPts val="1600"/>
              <a:buChar char="•"/>
            </a:pPr>
            <a:r>
              <a:rPr lang="en-US" sz="1600">
                <a:solidFill>
                  <a:srgbClr val="000000"/>
                </a:solidFill>
                <a:latin typeface="JasmineUPC"/>
                <a:ea typeface="JasmineUPC"/>
                <a:cs typeface="JasmineUPC"/>
                <a:sym typeface="JasmineUPC"/>
              </a:rPr>
              <a:t>It then determines whether those represented properties </a:t>
            </a:r>
            <a:r>
              <a:rPr b="1" lang="en-US" sz="1600" u="sng">
                <a:solidFill>
                  <a:srgbClr val="000000"/>
                </a:solidFill>
                <a:latin typeface="JasmineUPC"/>
                <a:ea typeface="JasmineUPC"/>
                <a:cs typeface="JasmineUPC"/>
                <a:sym typeface="JasmineUPC"/>
              </a:rPr>
              <a:t>SATISFY</a:t>
            </a:r>
            <a:r>
              <a:rPr lang="en-US" sz="1600">
                <a:solidFill>
                  <a:srgbClr val="000000"/>
                </a:solidFill>
                <a:latin typeface="JasmineUPC"/>
                <a:ea typeface="JasmineUPC"/>
                <a:cs typeface="JasmineUPC"/>
                <a:sym typeface="JasmineUPC"/>
              </a:rPr>
              <a:t> or </a:t>
            </a:r>
            <a:r>
              <a:rPr b="1" lang="en-US" sz="1600" u="sng">
                <a:solidFill>
                  <a:srgbClr val="000000"/>
                </a:solidFill>
                <a:latin typeface="JasmineUPC"/>
                <a:ea typeface="JasmineUPC"/>
                <a:cs typeface="JasmineUPC"/>
                <a:sym typeface="JasmineUPC"/>
              </a:rPr>
              <a:t>CONFLICT</a:t>
            </a:r>
            <a:r>
              <a:rPr lang="en-US" sz="1600">
                <a:solidFill>
                  <a:srgbClr val="000000"/>
                </a:solidFill>
                <a:latin typeface="JasmineUPC"/>
                <a:ea typeface="JasmineUPC"/>
                <a:cs typeface="JasmineUPC"/>
                <a:sym typeface="JasmineUPC"/>
              </a:rPr>
              <a:t> with the cutting requirements.</a:t>
            </a:r>
            <a:endParaRPr sz="1600">
              <a:solidFill>
                <a:srgbClr val="000000"/>
              </a:solidFill>
              <a:highlight>
                <a:srgbClr val="606060"/>
              </a:highlight>
              <a:latin typeface="JasmineUPC"/>
              <a:ea typeface="JasmineUPC"/>
              <a:cs typeface="JasmineUPC"/>
              <a:sym typeface="JasmineUPC"/>
            </a:endParaRPr>
          </a:p>
          <a:p>
            <a:pPr indent="-215900" lvl="0" marL="228600" rtl="0" algn="l">
              <a:lnSpc>
                <a:spcPct val="120000"/>
              </a:lnSpc>
              <a:spcBef>
                <a:spcPts val="1000"/>
              </a:spcBef>
              <a:spcAft>
                <a:spcPts val="0"/>
              </a:spcAft>
              <a:buClr>
                <a:srgbClr val="000000"/>
              </a:buClr>
              <a:buSzPts val="1600"/>
              <a:buChar char="•"/>
            </a:pPr>
            <a:r>
              <a:rPr lang="en-US" sz="1600">
                <a:solidFill>
                  <a:srgbClr val="000000"/>
                </a:solidFill>
                <a:latin typeface="JasmineUPC"/>
                <a:ea typeface="JasmineUPC"/>
                <a:cs typeface="JasmineUPC"/>
                <a:sym typeface="JasmineUPC"/>
              </a:rPr>
              <a:t> The desired outcome is a </a:t>
            </a:r>
            <a:r>
              <a:rPr b="1" lang="en-US" sz="1600">
                <a:solidFill>
                  <a:srgbClr val="000000"/>
                </a:solidFill>
                <a:latin typeface="JasmineUPC"/>
                <a:ea typeface="JasmineUPC"/>
                <a:cs typeface="JasmineUPC"/>
                <a:sym typeface="JasmineUPC"/>
              </a:rPr>
              <a:t>feasible</a:t>
            </a:r>
            <a:r>
              <a:rPr lang="en-US" sz="1600">
                <a:solidFill>
                  <a:srgbClr val="000000"/>
                </a:solidFill>
                <a:latin typeface="JasmineUPC"/>
                <a:ea typeface="JasmineUPC"/>
                <a:cs typeface="JasmineUPC"/>
                <a:sym typeface="JasmineUPC"/>
              </a:rPr>
              <a:t>, </a:t>
            </a:r>
            <a:r>
              <a:rPr b="1" lang="en-US" sz="1600">
                <a:solidFill>
                  <a:srgbClr val="000000"/>
                </a:solidFill>
                <a:latin typeface="JasmineUPC"/>
                <a:ea typeface="JasmineUPC"/>
                <a:cs typeface="JasmineUPC"/>
                <a:sym typeface="JasmineUPC"/>
              </a:rPr>
              <a:t>infeasible</a:t>
            </a:r>
            <a:r>
              <a:rPr lang="en-US" sz="1600">
                <a:solidFill>
                  <a:srgbClr val="000000"/>
                </a:solidFill>
                <a:latin typeface="JasmineUPC"/>
                <a:ea typeface="JasmineUPC"/>
                <a:cs typeface="JasmineUPC"/>
                <a:sym typeface="JasmineUPC"/>
              </a:rPr>
              <a:t>, or </a:t>
            </a:r>
            <a:r>
              <a:rPr b="1" lang="en-US" sz="1600">
                <a:solidFill>
                  <a:srgbClr val="000000"/>
                </a:solidFill>
                <a:latin typeface="JasmineUPC"/>
                <a:ea typeface="JasmineUPC"/>
                <a:cs typeface="JasmineUPC"/>
                <a:sym typeface="JasmineUPC"/>
              </a:rPr>
              <a:t>insufficient-information</a:t>
            </a:r>
            <a:r>
              <a:rPr lang="en-US" sz="1600">
                <a:solidFill>
                  <a:srgbClr val="000000"/>
                </a:solidFill>
                <a:latin typeface="JasmineUPC"/>
                <a:ea typeface="JasmineUPC"/>
                <a:cs typeface="JasmineUPC"/>
                <a:sym typeface="JasmineUPC"/>
              </a:rPr>
              <a:t> judgment</a:t>
            </a:r>
            <a:endParaRPr sz="1200"/>
          </a:p>
          <a:p>
            <a:pPr indent="-215900" lvl="1" marL="685800" rtl="0" algn="l">
              <a:lnSpc>
                <a:spcPct val="120000"/>
              </a:lnSpc>
              <a:spcBef>
                <a:spcPts val="500"/>
              </a:spcBef>
              <a:spcAft>
                <a:spcPts val="0"/>
              </a:spcAft>
              <a:buClr>
                <a:srgbClr val="000000"/>
              </a:buClr>
              <a:buSzPts val="1600"/>
              <a:buFont typeface="Courier New"/>
              <a:buChar char="o"/>
            </a:pPr>
            <a:r>
              <a:rPr lang="en-US" sz="1600">
                <a:solidFill>
                  <a:srgbClr val="000000"/>
                </a:solidFill>
                <a:latin typeface="JasmineUPC"/>
                <a:ea typeface="JasmineUPC"/>
                <a:cs typeface="JasmineUPC"/>
                <a:sym typeface="JasmineUPC"/>
              </a:rPr>
              <a:t> Paired with an </a:t>
            </a:r>
            <a:r>
              <a:rPr b="1" lang="en-US" sz="1600">
                <a:solidFill>
                  <a:srgbClr val="000000"/>
                </a:solidFill>
                <a:latin typeface="JasmineUPC"/>
                <a:ea typeface="JasmineUPC"/>
                <a:cs typeface="JasmineUPC"/>
                <a:sym typeface="JasmineUPC"/>
              </a:rPr>
              <a:t>explanation</a:t>
            </a:r>
            <a:r>
              <a:rPr lang="en-US" sz="1600">
                <a:solidFill>
                  <a:srgbClr val="000000"/>
                </a:solidFill>
                <a:latin typeface="JasmineUPC"/>
                <a:ea typeface="JasmineUPC"/>
                <a:cs typeface="JasmineUPC"/>
                <a:sym typeface="JasmineUPC"/>
              </a:rPr>
              <a:t> identifying the relevant </a:t>
            </a:r>
            <a:r>
              <a:rPr lang="en-US" sz="1600" u="sng">
                <a:solidFill>
                  <a:srgbClr val="000000"/>
                </a:solidFill>
                <a:latin typeface="JasmineUPC"/>
                <a:ea typeface="JasmineUPC"/>
                <a:cs typeface="JasmineUPC"/>
                <a:sym typeface="JasmineUPC"/>
              </a:rPr>
              <a:t>object part</a:t>
            </a:r>
            <a:r>
              <a:rPr lang="en-US" sz="1600">
                <a:solidFill>
                  <a:srgbClr val="000000"/>
                </a:solidFill>
                <a:latin typeface="JasmineUPC"/>
                <a:ea typeface="JasmineUPC"/>
                <a:cs typeface="JasmineUPC"/>
                <a:sym typeface="JasmineUPC"/>
              </a:rPr>
              <a:t>, </a:t>
            </a:r>
            <a:r>
              <a:rPr lang="en-US" sz="1600" u="sng">
                <a:solidFill>
                  <a:srgbClr val="000000"/>
                </a:solidFill>
                <a:latin typeface="JasmineUPC"/>
                <a:ea typeface="JasmineUPC"/>
                <a:cs typeface="JasmineUPC"/>
                <a:sym typeface="JasmineUPC"/>
              </a:rPr>
              <a:t>physical properties</a:t>
            </a:r>
            <a:r>
              <a:rPr lang="en-US" sz="1600">
                <a:solidFill>
                  <a:srgbClr val="000000"/>
                </a:solidFill>
                <a:latin typeface="JasmineUPC"/>
                <a:ea typeface="JasmineUPC"/>
                <a:cs typeface="JasmineUPC"/>
                <a:sym typeface="JasmineUPC"/>
              </a:rPr>
              <a:t>, and </a:t>
            </a:r>
            <a:r>
              <a:rPr lang="en-US" sz="1600" u="sng">
                <a:solidFill>
                  <a:srgbClr val="000000"/>
                </a:solidFill>
                <a:latin typeface="JasmineUPC"/>
                <a:ea typeface="JasmineUPC"/>
                <a:cs typeface="JasmineUPC"/>
                <a:sym typeface="JasmineUPC"/>
              </a:rPr>
              <a:t>physical requirements</a:t>
            </a:r>
            <a:r>
              <a:rPr lang="en-US" sz="1600">
                <a:solidFill>
                  <a:srgbClr val="000000"/>
                </a:solidFill>
                <a:latin typeface="JasmineUPC"/>
                <a:ea typeface="JasmineUPC"/>
                <a:cs typeface="JasmineUPC"/>
                <a:sym typeface="JasmineUPC"/>
              </a:rPr>
              <a:t> that support the result.</a:t>
            </a:r>
            <a:endParaRPr sz="1600">
              <a:solidFill>
                <a:srgbClr val="000000"/>
              </a:solidFill>
              <a:highlight>
                <a:srgbClr val="606060"/>
              </a:highlight>
              <a:latin typeface="JasmineUPC"/>
              <a:ea typeface="JasmineUPC"/>
              <a:cs typeface="JasmineUPC"/>
              <a:sym typeface="JasmineUPC"/>
            </a:endParaRPr>
          </a:p>
        </p:txBody>
      </p:sp>
      <p:pic>
        <p:nvPicPr>
          <p:cNvPr id="947" name="Google Shape;947;p8"/>
          <p:cNvPicPr preferRelativeResize="0"/>
          <p:nvPr/>
        </p:nvPicPr>
        <p:blipFill rotWithShape="1">
          <a:blip r:embed="rId3">
            <a:alphaModFix/>
          </a:blip>
          <a:srcRect b="0" l="0" r="0" t="0"/>
          <a:stretch/>
        </p:blipFill>
        <p:spPr>
          <a:xfrm>
            <a:off x="8252006" y="489185"/>
            <a:ext cx="3251542" cy="58702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9"/>
          <p:cNvSpPr txBox="1"/>
          <p:nvPr>
            <p:ph type="title"/>
          </p:nvPr>
        </p:nvSpPr>
        <p:spPr>
          <a:xfrm>
            <a:off x="699650" y="184050"/>
            <a:ext cx="7567200" cy="1419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55000"/>
              </a:lnSpc>
              <a:spcBef>
                <a:spcPts val="0"/>
              </a:spcBef>
              <a:spcAft>
                <a:spcPts val="0"/>
              </a:spcAft>
              <a:buClr>
                <a:schemeClr val="dk2"/>
              </a:buClr>
              <a:buSzPct val="100000"/>
              <a:buFont typeface="JasmineUPC"/>
              <a:buNone/>
            </a:pPr>
            <a:r>
              <a:rPr lang="en-US"/>
              <a:t>Usage Scenario 2:</a:t>
            </a:r>
            <a:endParaRPr/>
          </a:p>
          <a:p>
            <a:pPr indent="0" lvl="0" marL="0" rtl="0" algn="l">
              <a:lnSpc>
                <a:spcPct val="55000"/>
              </a:lnSpc>
              <a:spcBef>
                <a:spcPts val="0"/>
              </a:spcBef>
              <a:spcAft>
                <a:spcPts val="0"/>
              </a:spcAft>
              <a:buClr>
                <a:schemeClr val="dk2"/>
              </a:buClr>
              <a:buSzPct val="314286"/>
              <a:buFont typeface="JasmineUPC"/>
              <a:buNone/>
            </a:pPr>
            <a:r>
              <a:rPr lang="en-US"/>
              <a:t> </a:t>
            </a:r>
            <a:br>
              <a:rPr lang="en-US"/>
            </a:br>
            <a:r>
              <a:rPr lang="en-US"/>
              <a:t>Goal-Driven Alternative Object Discovery</a:t>
            </a:r>
            <a:endParaRPr b="0" sz="1400">
              <a:latin typeface="Raleway"/>
              <a:ea typeface="Raleway"/>
              <a:cs typeface="Raleway"/>
              <a:sym typeface="Raleway"/>
            </a:endParaRPr>
          </a:p>
        </p:txBody>
      </p:sp>
      <p:sp>
        <p:nvSpPr>
          <p:cNvPr id="953" name="Google Shape;953;p9"/>
          <p:cNvSpPr txBox="1"/>
          <p:nvPr>
            <p:ph idx="1" type="body"/>
          </p:nvPr>
        </p:nvSpPr>
        <p:spPr>
          <a:xfrm>
            <a:off x="699649" y="1738450"/>
            <a:ext cx="7361400" cy="46350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120000"/>
              </a:lnSpc>
              <a:spcBef>
                <a:spcPts val="0"/>
              </a:spcBef>
              <a:spcAft>
                <a:spcPts val="0"/>
              </a:spcAft>
              <a:buClr>
                <a:srgbClr val="000000"/>
              </a:buClr>
              <a:buSzPts val="1600"/>
              <a:buChar char="•"/>
            </a:pPr>
            <a:r>
              <a:rPr lang="en-US" sz="1600">
                <a:solidFill>
                  <a:srgbClr val="000000"/>
                </a:solidFill>
                <a:latin typeface="JasmineUPC"/>
                <a:ea typeface="JasmineUPC"/>
                <a:cs typeface="JasmineUPC"/>
                <a:sym typeface="JasmineUPC"/>
              </a:rPr>
              <a:t>A researcher studying alternative object use wants to identify which objects from a known set of available kitchen items could support </a:t>
            </a:r>
            <a:r>
              <a:rPr b="1" lang="en-US" sz="1600">
                <a:solidFill>
                  <a:srgbClr val="000000"/>
                </a:solidFill>
                <a:latin typeface="JasmineUPC"/>
                <a:ea typeface="JasmineUPC"/>
                <a:cs typeface="JasmineUPC"/>
                <a:sym typeface="JasmineUPC"/>
              </a:rPr>
              <a:t>CUT</a:t>
            </a:r>
            <a:r>
              <a:rPr lang="en-US" sz="1600">
                <a:solidFill>
                  <a:srgbClr val="000000"/>
                </a:solidFill>
                <a:latin typeface="JasmineUPC"/>
                <a:ea typeface="JasmineUPC"/>
                <a:cs typeface="JasmineUPC"/>
                <a:sym typeface="JasmineUPC"/>
              </a:rPr>
              <a:t> when a conventional cutting tool is unavailable or unusable. </a:t>
            </a:r>
            <a:endParaRPr/>
          </a:p>
          <a:p>
            <a:pPr indent="-228600" lvl="1" marL="685800" rtl="0" algn="l">
              <a:lnSpc>
                <a:spcPct val="120000"/>
              </a:lnSpc>
              <a:spcBef>
                <a:spcPts val="500"/>
              </a:spcBef>
              <a:spcAft>
                <a:spcPts val="0"/>
              </a:spcAft>
              <a:buClr>
                <a:srgbClr val="000000"/>
              </a:buClr>
              <a:buSzPts val="1600"/>
              <a:buFont typeface="Courier New"/>
              <a:buChar char="o"/>
            </a:pPr>
            <a:r>
              <a:rPr lang="en-US" sz="1600">
                <a:solidFill>
                  <a:srgbClr val="000000"/>
                </a:solidFill>
                <a:latin typeface="JasmineUPC"/>
                <a:ea typeface="JasmineUPC"/>
                <a:cs typeface="JasmineUPC"/>
                <a:sym typeface="JasmineUPC"/>
              </a:rPr>
              <a:t>For example: the available objects may include a rigid plastic card, a rolling pin, and a kitchen sponge. </a:t>
            </a:r>
            <a:endParaRPr sz="1600">
              <a:solidFill>
                <a:srgbClr val="000000"/>
              </a:solidFill>
              <a:highlight>
                <a:srgbClr val="606060"/>
              </a:highlight>
              <a:latin typeface="JasmineUPC"/>
              <a:ea typeface="JasmineUPC"/>
              <a:cs typeface="JasmineUPC"/>
              <a:sym typeface="JasmineUPC"/>
            </a:endParaRPr>
          </a:p>
          <a:p>
            <a:pPr indent="-228600" lvl="0" marL="228600" rtl="0" algn="l">
              <a:lnSpc>
                <a:spcPct val="120000"/>
              </a:lnSpc>
              <a:spcBef>
                <a:spcPts val="1000"/>
              </a:spcBef>
              <a:spcAft>
                <a:spcPts val="0"/>
              </a:spcAft>
              <a:buClr>
                <a:srgbClr val="000000"/>
              </a:buClr>
              <a:buSzPts val="1600"/>
              <a:buChar char="•"/>
            </a:pPr>
            <a:r>
              <a:rPr lang="en-US" sz="1600">
                <a:solidFill>
                  <a:srgbClr val="000000"/>
                </a:solidFill>
                <a:latin typeface="JasmineUPC"/>
                <a:ea typeface="JasmineUPC"/>
                <a:cs typeface="JasmineUPC"/>
                <a:sym typeface="JasmineUPC"/>
              </a:rPr>
              <a:t>Rather than searching for objects conventionally categorized as cutting tools:</a:t>
            </a:r>
            <a:endParaRPr/>
          </a:p>
          <a:p>
            <a:pPr indent="-228600" lvl="1" marL="685800" rtl="0" algn="l">
              <a:lnSpc>
                <a:spcPct val="120000"/>
              </a:lnSpc>
              <a:spcBef>
                <a:spcPts val="500"/>
              </a:spcBef>
              <a:spcAft>
                <a:spcPts val="0"/>
              </a:spcAft>
              <a:buClr>
                <a:srgbClr val="000000"/>
              </a:buClr>
              <a:buSzPts val="1600"/>
              <a:buFont typeface="Courier New"/>
              <a:buChar char="o"/>
            </a:pPr>
            <a:r>
              <a:rPr lang="en-US" sz="1600">
                <a:solidFill>
                  <a:srgbClr val="000000"/>
                </a:solidFill>
                <a:latin typeface="JasmineUPC"/>
                <a:ea typeface="JasmineUPC"/>
                <a:cs typeface="JasmineUPC"/>
                <a:sym typeface="JasmineUPC"/>
              </a:rPr>
              <a:t>the system starts from the</a:t>
            </a:r>
            <a:r>
              <a:rPr b="1" lang="en-US" sz="1600">
                <a:solidFill>
                  <a:srgbClr val="000000"/>
                </a:solidFill>
                <a:latin typeface="JasmineUPC"/>
                <a:ea typeface="JasmineUPC"/>
                <a:cs typeface="JasmineUPC"/>
                <a:sym typeface="JasmineUPC"/>
              </a:rPr>
              <a:t> physical requirements</a:t>
            </a:r>
            <a:r>
              <a:rPr lang="en-US" sz="1600">
                <a:solidFill>
                  <a:srgbClr val="000000"/>
                </a:solidFill>
                <a:latin typeface="JasmineUPC"/>
                <a:ea typeface="JasmineUPC"/>
                <a:cs typeface="JasmineUPC"/>
                <a:sym typeface="JasmineUPC"/>
              </a:rPr>
              <a:t> represented for cutting</a:t>
            </a:r>
            <a:endParaRPr>
              <a:solidFill>
                <a:srgbClr val="2C3431"/>
              </a:solidFill>
              <a:latin typeface="Raleway"/>
              <a:ea typeface="Raleway"/>
              <a:cs typeface="Raleway"/>
              <a:sym typeface="Raleway"/>
            </a:endParaRPr>
          </a:p>
          <a:p>
            <a:pPr indent="-228600" lvl="1" marL="685800" rtl="0" algn="l">
              <a:lnSpc>
                <a:spcPct val="120000"/>
              </a:lnSpc>
              <a:spcBef>
                <a:spcPts val="500"/>
              </a:spcBef>
              <a:spcAft>
                <a:spcPts val="0"/>
              </a:spcAft>
              <a:buClr>
                <a:srgbClr val="000000"/>
              </a:buClr>
              <a:buSzPts val="1600"/>
              <a:buFont typeface="Courier New"/>
              <a:buChar char="o"/>
            </a:pPr>
            <a:r>
              <a:rPr lang="en-US" sz="1600">
                <a:solidFill>
                  <a:srgbClr val="000000"/>
                </a:solidFill>
                <a:latin typeface="JasmineUPC"/>
                <a:ea typeface="JasmineUPC"/>
                <a:cs typeface="JasmineUPC"/>
                <a:sym typeface="JasmineUPC"/>
              </a:rPr>
              <a:t>The system uses the ontology to examine the </a:t>
            </a:r>
            <a:r>
              <a:rPr b="1" lang="en-US" sz="1600">
                <a:solidFill>
                  <a:srgbClr val="000000"/>
                </a:solidFill>
                <a:latin typeface="JasmineUPC"/>
                <a:ea typeface="JasmineUPC"/>
                <a:cs typeface="JasmineUPC"/>
                <a:sym typeface="JasmineUPC"/>
              </a:rPr>
              <a:t>relevant parts and properties</a:t>
            </a:r>
            <a:r>
              <a:rPr lang="en-US" sz="1600">
                <a:solidFill>
                  <a:srgbClr val="000000"/>
                </a:solidFill>
                <a:latin typeface="JasmineUPC"/>
                <a:ea typeface="JasmineUPC"/>
                <a:cs typeface="JasmineUPC"/>
                <a:sym typeface="JasmineUPC"/>
              </a:rPr>
              <a:t> of each available object. </a:t>
            </a:r>
            <a:endParaRPr/>
          </a:p>
          <a:p>
            <a:pPr indent="-228600" lvl="0" marL="228600" rtl="0" algn="l">
              <a:lnSpc>
                <a:spcPct val="120000"/>
              </a:lnSpc>
              <a:spcBef>
                <a:spcPts val="1000"/>
              </a:spcBef>
              <a:spcAft>
                <a:spcPts val="0"/>
              </a:spcAft>
              <a:buClr>
                <a:srgbClr val="000000"/>
              </a:buClr>
              <a:buSzPts val="1600"/>
              <a:buChar char="•"/>
            </a:pPr>
            <a:r>
              <a:rPr lang="en-US" sz="1600">
                <a:solidFill>
                  <a:srgbClr val="000000"/>
                </a:solidFill>
                <a:latin typeface="JasmineUPC"/>
                <a:ea typeface="JasmineUPC"/>
                <a:cs typeface="JasmineUPC"/>
                <a:sym typeface="JasmineUPC"/>
              </a:rPr>
              <a:t>Objects whose represented properties </a:t>
            </a:r>
            <a:r>
              <a:rPr lang="en-US" sz="1600" u="sng">
                <a:solidFill>
                  <a:srgbClr val="000000"/>
                </a:solidFill>
                <a:latin typeface="JasmineUPC"/>
                <a:ea typeface="JasmineUPC"/>
                <a:cs typeface="JasmineUPC"/>
                <a:sym typeface="JasmineUPC"/>
              </a:rPr>
              <a:t>satisfy</a:t>
            </a:r>
            <a:r>
              <a:rPr lang="en-US" sz="1600">
                <a:solidFill>
                  <a:srgbClr val="000000"/>
                </a:solidFill>
                <a:latin typeface="JasmineUPC"/>
                <a:ea typeface="JasmineUPC"/>
                <a:cs typeface="JasmineUPC"/>
                <a:sym typeface="JasmineUPC"/>
              </a:rPr>
              <a:t> the cutting requirements are </a:t>
            </a:r>
            <a:r>
              <a:rPr b="1" lang="en-US" sz="1600" u="sng">
                <a:solidFill>
                  <a:srgbClr val="000000"/>
                </a:solidFill>
                <a:latin typeface="JasmineUPC"/>
                <a:ea typeface="JasmineUPC"/>
                <a:cs typeface="JasmineUPC"/>
                <a:sym typeface="JasmineUPC"/>
              </a:rPr>
              <a:t>RETURNED</a:t>
            </a:r>
            <a:r>
              <a:rPr b="1" lang="en-US" sz="1600">
                <a:solidFill>
                  <a:srgbClr val="000000"/>
                </a:solidFill>
                <a:latin typeface="JasmineUPC"/>
                <a:ea typeface="JasmineUPC"/>
                <a:cs typeface="JasmineUPC"/>
                <a:sym typeface="JasmineUPC"/>
              </a:rPr>
              <a:t> as candidates</a:t>
            </a:r>
            <a:r>
              <a:rPr lang="en-US" sz="1600">
                <a:solidFill>
                  <a:srgbClr val="000000"/>
                </a:solidFill>
                <a:latin typeface="JasmineUPC"/>
                <a:ea typeface="JasmineUPC"/>
                <a:cs typeface="JasmineUPC"/>
                <a:sym typeface="JasmineUPC"/>
              </a:rPr>
              <a:t> </a:t>
            </a:r>
            <a:endParaRPr sz="1600">
              <a:solidFill>
                <a:srgbClr val="000000"/>
              </a:solidFill>
              <a:highlight>
                <a:srgbClr val="606060"/>
              </a:highlight>
              <a:latin typeface="JasmineUPC"/>
              <a:ea typeface="JasmineUPC"/>
              <a:cs typeface="JasmineUPC"/>
              <a:sym typeface="JasmineUPC"/>
            </a:endParaRPr>
          </a:p>
          <a:p>
            <a:pPr indent="-228600" lvl="1" marL="685800" rtl="0" algn="l">
              <a:lnSpc>
                <a:spcPct val="120000"/>
              </a:lnSpc>
              <a:spcBef>
                <a:spcPts val="500"/>
              </a:spcBef>
              <a:spcAft>
                <a:spcPts val="0"/>
              </a:spcAft>
              <a:buClr>
                <a:srgbClr val="000000"/>
              </a:buClr>
              <a:buSzPts val="1600"/>
              <a:buFont typeface="Courier New"/>
              <a:buChar char="o"/>
            </a:pPr>
            <a:r>
              <a:rPr lang="en-US" sz="1600">
                <a:solidFill>
                  <a:srgbClr val="000000"/>
                </a:solidFill>
                <a:latin typeface="JasmineUPC"/>
                <a:ea typeface="JasmineUPC"/>
                <a:cs typeface="JasmineUPC"/>
                <a:sym typeface="JasmineUPC"/>
              </a:rPr>
              <a:t>Objects with </a:t>
            </a:r>
            <a:r>
              <a:rPr lang="en-US" sz="1600" u="sng">
                <a:solidFill>
                  <a:srgbClr val="000000"/>
                </a:solidFill>
                <a:latin typeface="JasmineUPC"/>
                <a:ea typeface="JasmineUPC"/>
                <a:cs typeface="JasmineUPC"/>
                <a:sym typeface="JasmineUPC"/>
              </a:rPr>
              <a:t>explicitly incompatible</a:t>
            </a:r>
            <a:r>
              <a:rPr lang="en-US" sz="1600">
                <a:solidFill>
                  <a:srgbClr val="000000"/>
                </a:solidFill>
                <a:latin typeface="JasmineUPC"/>
                <a:ea typeface="JasmineUPC"/>
                <a:cs typeface="JasmineUPC"/>
                <a:sym typeface="JasmineUPC"/>
              </a:rPr>
              <a:t> properties are </a:t>
            </a:r>
            <a:r>
              <a:rPr b="1" lang="en-US" sz="1600" u="sng">
                <a:solidFill>
                  <a:srgbClr val="000000"/>
                </a:solidFill>
                <a:latin typeface="JasmineUPC"/>
                <a:ea typeface="JasmineUPC"/>
                <a:cs typeface="JasmineUPC"/>
                <a:sym typeface="JasmineUPC"/>
              </a:rPr>
              <a:t>EXCLUDED</a:t>
            </a:r>
            <a:r>
              <a:rPr lang="en-US" sz="1600">
                <a:solidFill>
                  <a:srgbClr val="000000"/>
                </a:solidFill>
                <a:latin typeface="JasmineUPC"/>
                <a:ea typeface="JasmineUPC"/>
                <a:cs typeface="JasmineUPC"/>
                <a:sym typeface="JasmineUPC"/>
              </a:rPr>
              <a:t>. </a:t>
            </a:r>
            <a:endParaRPr sz="1600">
              <a:solidFill>
                <a:srgbClr val="000000"/>
              </a:solidFill>
              <a:highlight>
                <a:srgbClr val="606060"/>
              </a:highlight>
              <a:latin typeface="JasmineUPC"/>
              <a:ea typeface="JasmineUPC"/>
              <a:cs typeface="JasmineUPC"/>
              <a:sym typeface="JasmineUPC"/>
            </a:endParaRPr>
          </a:p>
          <a:p>
            <a:pPr indent="-228600" lvl="0" marL="228600" rtl="0" algn="l">
              <a:lnSpc>
                <a:spcPct val="120000"/>
              </a:lnSpc>
              <a:spcBef>
                <a:spcPts val="1000"/>
              </a:spcBef>
              <a:spcAft>
                <a:spcPts val="0"/>
              </a:spcAft>
              <a:buClr>
                <a:srgbClr val="000000"/>
              </a:buClr>
              <a:buSzPts val="1600"/>
              <a:buChar char="•"/>
            </a:pPr>
            <a:r>
              <a:rPr lang="en-US" sz="1600">
                <a:solidFill>
                  <a:srgbClr val="000000"/>
                </a:solidFill>
                <a:latin typeface="JasmineUPC"/>
                <a:ea typeface="JasmineUPC"/>
                <a:cs typeface="JasmineUPC"/>
                <a:sym typeface="JasmineUPC"/>
              </a:rPr>
              <a:t>The desired outcome is a set of </a:t>
            </a:r>
            <a:r>
              <a:rPr b="1" lang="en-US" sz="1600">
                <a:solidFill>
                  <a:srgbClr val="000000"/>
                </a:solidFill>
                <a:latin typeface="JasmineUPC"/>
                <a:ea typeface="JasmineUPC"/>
                <a:cs typeface="JasmineUPC"/>
                <a:sym typeface="JasmineUPC"/>
              </a:rPr>
              <a:t>physically plausible alternative objects</a:t>
            </a:r>
            <a:endParaRPr b="1" sz="1600">
              <a:solidFill>
                <a:srgbClr val="000000"/>
              </a:solidFill>
              <a:highlight>
                <a:srgbClr val="606060"/>
              </a:highlight>
              <a:latin typeface="JasmineUPC"/>
              <a:ea typeface="JasmineUPC"/>
              <a:cs typeface="JasmineUPC"/>
              <a:sym typeface="JasmineUPC"/>
            </a:endParaRPr>
          </a:p>
          <a:p>
            <a:pPr indent="-228600" lvl="1" marL="685800" rtl="0" algn="l">
              <a:lnSpc>
                <a:spcPct val="120000"/>
              </a:lnSpc>
              <a:spcBef>
                <a:spcPts val="500"/>
              </a:spcBef>
              <a:spcAft>
                <a:spcPts val="0"/>
              </a:spcAft>
              <a:buClr>
                <a:srgbClr val="000000"/>
              </a:buClr>
              <a:buSzPts val="1600"/>
              <a:buFont typeface="Courier New"/>
              <a:buChar char="o"/>
            </a:pPr>
            <a:r>
              <a:rPr lang="en-US" sz="1600">
                <a:solidFill>
                  <a:srgbClr val="000000"/>
                </a:solidFill>
                <a:latin typeface="JasmineUPC"/>
                <a:ea typeface="JasmineUPC"/>
                <a:cs typeface="JasmineUPC"/>
                <a:sym typeface="JasmineUPC"/>
              </a:rPr>
              <a:t>paired with </a:t>
            </a:r>
            <a:r>
              <a:rPr lang="en-US" sz="1600" u="sng">
                <a:solidFill>
                  <a:srgbClr val="000000"/>
                </a:solidFill>
                <a:latin typeface="JasmineUPC"/>
                <a:ea typeface="JasmineUPC"/>
                <a:cs typeface="JasmineUPC"/>
                <a:sym typeface="JasmineUPC"/>
              </a:rPr>
              <a:t>property-based explanations</a:t>
            </a:r>
            <a:r>
              <a:rPr lang="en-US" sz="1600">
                <a:solidFill>
                  <a:srgbClr val="000000"/>
                </a:solidFill>
                <a:latin typeface="JasmineUPC"/>
                <a:ea typeface="JasmineUPC"/>
                <a:cs typeface="JasmineUPC"/>
                <a:sym typeface="JasmineUPC"/>
              </a:rPr>
              <a:t> for why each candidate satisfies the represented cutting requirements.</a:t>
            </a:r>
            <a:endParaRPr sz="1600">
              <a:solidFill>
                <a:srgbClr val="000000"/>
              </a:solidFill>
              <a:highlight>
                <a:srgbClr val="606060"/>
              </a:highlight>
              <a:latin typeface="JasmineUPC"/>
              <a:ea typeface="JasmineUPC"/>
              <a:cs typeface="JasmineUPC"/>
              <a:sym typeface="JasmineUPC"/>
            </a:endParaRPr>
          </a:p>
        </p:txBody>
      </p:sp>
      <p:pic>
        <p:nvPicPr>
          <p:cNvPr id="954" name="Google Shape;954;p9"/>
          <p:cNvPicPr preferRelativeResize="0"/>
          <p:nvPr/>
        </p:nvPicPr>
        <p:blipFill rotWithShape="1">
          <a:blip r:embed="rId3">
            <a:alphaModFix/>
          </a:blip>
          <a:srcRect b="0" l="0" r="0" t="0"/>
          <a:stretch/>
        </p:blipFill>
        <p:spPr>
          <a:xfrm>
            <a:off x="8267020" y="398804"/>
            <a:ext cx="3548576" cy="60532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0"/>
          <p:cNvSpPr/>
          <p:nvPr/>
        </p:nvSpPr>
        <p:spPr>
          <a:xfrm>
            <a:off x="7120798" y="2580774"/>
            <a:ext cx="4107133" cy="4096322"/>
          </a:xfrm>
          <a:prstGeom prst="roundRect">
            <a:avLst>
              <a:gd fmla="val 10481" name="adj"/>
            </a:avLst>
          </a:prstGeom>
          <a:solidFill>
            <a:srgbClr val="D9A994"/>
          </a:solidFill>
          <a:ln cap="flat" cmpd="sng" w="19050">
            <a:solidFill>
              <a:srgbClr val="57362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60" name="Google Shape;960;p10"/>
          <p:cNvSpPr txBox="1"/>
          <p:nvPr>
            <p:ph type="title"/>
          </p:nvPr>
        </p:nvSpPr>
        <p:spPr>
          <a:xfrm>
            <a:off x="370731" y="502925"/>
            <a:ext cx="11702100" cy="978300"/>
          </a:xfrm>
          <a:prstGeom prst="rect">
            <a:avLst/>
          </a:prstGeom>
          <a:noFill/>
          <a:ln>
            <a:noFill/>
          </a:ln>
        </p:spPr>
        <p:txBody>
          <a:bodyPr anchorCtr="0" anchor="ctr" bIns="45700" lIns="91425" spcFirstLastPara="1" rIns="91425" wrap="square" tIns="45700">
            <a:normAutofit/>
          </a:bodyPr>
          <a:lstStyle/>
          <a:p>
            <a:pPr indent="0" lvl="0" marL="0" rtl="0" algn="l">
              <a:lnSpc>
                <a:spcPct val="55000"/>
              </a:lnSpc>
              <a:spcBef>
                <a:spcPts val="0"/>
              </a:spcBef>
              <a:spcAft>
                <a:spcPts val="0"/>
              </a:spcAft>
              <a:buClr>
                <a:schemeClr val="dk2"/>
              </a:buClr>
              <a:buSzPts val="4400"/>
              <a:buFont typeface="JasmineUPC"/>
              <a:buNone/>
            </a:pPr>
            <a:r>
              <a:rPr lang="en-US" sz="4300"/>
              <a:t>Can Our Ontology Answer a Concrete Question?</a:t>
            </a:r>
            <a:endParaRPr sz="4300"/>
          </a:p>
        </p:txBody>
      </p:sp>
      <p:pic>
        <p:nvPicPr>
          <p:cNvPr descr="blank plastic card" id="961" name="Google Shape;961;p10"/>
          <p:cNvPicPr preferRelativeResize="0"/>
          <p:nvPr/>
        </p:nvPicPr>
        <p:blipFill rotWithShape="1">
          <a:blip r:embed="rId3">
            <a:alphaModFix/>
          </a:blip>
          <a:srcRect b="0" l="0" r="0" t="0"/>
          <a:stretch/>
        </p:blipFill>
        <p:spPr>
          <a:xfrm rot="5400000">
            <a:off x="1607828" y="2036167"/>
            <a:ext cx="1512842" cy="2800362"/>
          </a:xfrm>
          <a:prstGeom prst="rect">
            <a:avLst/>
          </a:prstGeom>
          <a:noFill/>
          <a:ln>
            <a:noFill/>
          </a:ln>
        </p:spPr>
      </p:pic>
      <p:sp>
        <p:nvSpPr>
          <p:cNvPr id="962" name="Google Shape;962;p10"/>
          <p:cNvSpPr txBox="1"/>
          <p:nvPr/>
        </p:nvSpPr>
        <p:spPr>
          <a:xfrm>
            <a:off x="849840" y="4292385"/>
            <a:ext cx="3042900" cy="1985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Raleway"/>
                <a:ea typeface="Raleway"/>
                <a:cs typeface="Raleway"/>
                <a:sym typeface="Raleway"/>
              </a:rPr>
              <a:t>Represented </a:t>
            </a:r>
            <a:br>
              <a:rPr b="1" lang="en-US" sz="1600">
                <a:solidFill>
                  <a:schemeClr val="dk1"/>
                </a:solidFill>
                <a:latin typeface="Raleway"/>
                <a:ea typeface="Raleway"/>
                <a:cs typeface="Raleway"/>
                <a:sym typeface="Raleway"/>
              </a:rPr>
            </a:br>
            <a:r>
              <a:rPr b="1" lang="en-US" sz="1600">
                <a:solidFill>
                  <a:schemeClr val="dk1"/>
                </a:solidFill>
                <a:latin typeface="Raleway"/>
                <a:ea typeface="Raleway"/>
                <a:cs typeface="Raleway"/>
                <a:sym typeface="Raleway"/>
              </a:rPr>
              <a:t>object-part properties </a:t>
            </a:r>
            <a:endParaRPr/>
          </a:p>
          <a:p>
            <a:pPr indent="0" lvl="0" marL="0" marR="0" rtl="0" algn="ctr">
              <a:spcBef>
                <a:spcPts val="0"/>
              </a:spcBef>
              <a:spcAft>
                <a:spcPts val="0"/>
              </a:spcAft>
              <a:buNone/>
            </a:pPr>
            <a:r>
              <a:t/>
            </a:r>
            <a:endParaRPr sz="1100">
              <a:solidFill>
                <a:schemeClr val="dk1"/>
              </a:solidFill>
              <a:latin typeface="Raleway"/>
              <a:ea typeface="Raleway"/>
              <a:cs typeface="Raleway"/>
              <a:sym typeface="Raleway"/>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Plastic Card</a:t>
            </a:r>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a:t>
            </a:r>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Card Edge</a:t>
            </a:r>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a:t>
            </a:r>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a:t>
            </a:r>
            <a:r>
              <a:rPr lang="en-US" sz="1600">
                <a:solidFill>
                  <a:schemeClr val="dk1"/>
                </a:solidFill>
                <a:latin typeface="Raleway"/>
                <a:ea typeface="Raleway"/>
                <a:cs typeface="Raleway"/>
                <a:sym typeface="Raleway"/>
              </a:rPr>
              <a:t>Thin + sufficient rigidity)</a:t>
            </a:r>
            <a:endParaRPr/>
          </a:p>
        </p:txBody>
      </p:sp>
      <p:pic>
        <p:nvPicPr>
          <p:cNvPr descr="Sweet raw carrot tuber isolated on white background cutout" id="963" name="Google Shape;963;p10"/>
          <p:cNvPicPr preferRelativeResize="0"/>
          <p:nvPr/>
        </p:nvPicPr>
        <p:blipFill rotWithShape="1">
          <a:blip r:embed="rId4">
            <a:alphaModFix/>
          </a:blip>
          <a:srcRect b="0" l="0" r="0" t="0"/>
          <a:stretch/>
        </p:blipFill>
        <p:spPr>
          <a:xfrm>
            <a:off x="4257296" y="2360704"/>
            <a:ext cx="2193058" cy="2000308"/>
          </a:xfrm>
          <a:prstGeom prst="rect">
            <a:avLst/>
          </a:prstGeom>
          <a:noFill/>
          <a:ln>
            <a:noFill/>
          </a:ln>
        </p:spPr>
      </p:pic>
      <p:sp>
        <p:nvSpPr>
          <p:cNvPr id="964" name="Google Shape;964;p10"/>
          <p:cNvSpPr txBox="1"/>
          <p:nvPr/>
        </p:nvSpPr>
        <p:spPr>
          <a:xfrm>
            <a:off x="3673134" y="4361002"/>
            <a:ext cx="3433200" cy="1985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Raleway"/>
                <a:ea typeface="Raleway"/>
                <a:cs typeface="Raleway"/>
                <a:sym typeface="Raleway"/>
              </a:rPr>
              <a:t>Cut requirements </a:t>
            </a:r>
            <a:br>
              <a:rPr b="1" lang="en-US" sz="1600">
                <a:solidFill>
                  <a:schemeClr val="dk1"/>
                </a:solidFill>
                <a:latin typeface="Raleway"/>
                <a:ea typeface="Raleway"/>
                <a:cs typeface="Raleway"/>
                <a:sym typeface="Raleway"/>
              </a:rPr>
            </a:br>
            <a:r>
              <a:rPr b="1" lang="en-US" sz="1600">
                <a:solidFill>
                  <a:schemeClr val="dk1"/>
                </a:solidFill>
                <a:latin typeface="Raleway"/>
                <a:ea typeface="Raleway"/>
                <a:cs typeface="Raleway"/>
                <a:sym typeface="Raleway"/>
              </a:rPr>
              <a:t>(target: carrot)</a:t>
            </a:r>
            <a:endParaRPr/>
          </a:p>
          <a:p>
            <a:pPr indent="0" lvl="0" marL="0" marR="0" rtl="0" algn="ctr">
              <a:spcBef>
                <a:spcPts val="0"/>
              </a:spcBef>
              <a:spcAft>
                <a:spcPts val="0"/>
              </a:spcAft>
              <a:buNone/>
            </a:pPr>
            <a:r>
              <a:t/>
            </a:r>
            <a:endParaRPr sz="1100">
              <a:solidFill>
                <a:schemeClr val="dk1"/>
              </a:solidFill>
              <a:latin typeface="Raleway"/>
              <a:ea typeface="Raleway"/>
              <a:cs typeface="Raleway"/>
              <a:sym typeface="Raleway"/>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Cut</a:t>
            </a:r>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a:t>
            </a:r>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ActionRequirements</a:t>
            </a:r>
            <a:endParaRPr sz="1600">
              <a:solidFill>
                <a:schemeClr val="dk1"/>
              </a:solidFill>
              <a:latin typeface="Raleway"/>
              <a:ea typeface="Raleway"/>
              <a:cs typeface="Raleway"/>
              <a:sym typeface="Raleway"/>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a:t>
            </a:r>
            <a:endParaRPr/>
          </a:p>
          <a:p>
            <a:pPr indent="0" lvl="0" marL="0" marR="0" rtl="0" algn="ctr">
              <a:spcBef>
                <a:spcPts val="0"/>
              </a:spcBef>
              <a:spcAft>
                <a:spcPts val="0"/>
              </a:spcAft>
              <a:buNone/>
            </a:pPr>
            <a:r>
              <a:rPr lang="en-US" sz="1600">
                <a:solidFill>
                  <a:schemeClr val="dk1"/>
                </a:solidFill>
                <a:latin typeface="Raleway"/>
                <a:ea typeface="Raleway"/>
                <a:cs typeface="Raleway"/>
                <a:sym typeface="Raleway"/>
              </a:rPr>
              <a:t>(Thin</a:t>
            </a:r>
            <a:r>
              <a:rPr lang="en-US" sz="1600">
                <a:solidFill>
                  <a:schemeClr val="dk1"/>
                </a:solidFill>
                <a:latin typeface="Raleway"/>
                <a:ea typeface="Raleway"/>
                <a:cs typeface="Raleway"/>
                <a:sym typeface="Raleway"/>
              </a:rPr>
              <a:t> + sufficient rigidity)</a:t>
            </a:r>
            <a:endParaRPr/>
          </a:p>
        </p:txBody>
      </p:sp>
      <p:sp>
        <p:nvSpPr>
          <p:cNvPr id="965" name="Google Shape;965;p10"/>
          <p:cNvSpPr txBox="1"/>
          <p:nvPr/>
        </p:nvSpPr>
        <p:spPr>
          <a:xfrm>
            <a:off x="7486273" y="3061871"/>
            <a:ext cx="3459600" cy="329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Raleway"/>
                <a:ea typeface="Raleway"/>
                <a:cs typeface="Raleway"/>
                <a:sym typeface="Raleway"/>
              </a:rPr>
              <a:t>Ontology approach</a:t>
            </a:r>
            <a:endParaRPr/>
          </a:p>
          <a:p>
            <a:pPr indent="-342900" lvl="0" marL="342900" marR="0" rtl="0" algn="l">
              <a:spcBef>
                <a:spcPts val="0"/>
              </a:spcBef>
              <a:spcAft>
                <a:spcPts val="0"/>
              </a:spcAft>
              <a:buClr>
                <a:schemeClr val="dk1"/>
              </a:buClr>
              <a:buSzPts val="1600"/>
              <a:buFont typeface="JasmineUPC"/>
              <a:buAutoNum type="arabicPeriod"/>
            </a:pPr>
            <a:r>
              <a:rPr lang="en-US" sz="1600">
                <a:solidFill>
                  <a:schemeClr val="dk1"/>
                </a:solidFill>
                <a:latin typeface="Raleway"/>
                <a:ea typeface="Raleway"/>
                <a:cs typeface="Raleway"/>
                <a:sym typeface="Raleway"/>
              </a:rPr>
              <a:t>Given</a:t>
            </a:r>
            <a:r>
              <a:rPr lang="en-US" sz="1600">
                <a:solidFill>
                  <a:schemeClr val="dk1"/>
                </a:solidFill>
                <a:latin typeface="Raleway"/>
                <a:ea typeface="Raleway"/>
                <a:cs typeface="Raleway"/>
                <a:sym typeface="Raleway"/>
              </a:rPr>
              <a:t> the represented properties of the card,</a:t>
            </a:r>
            <a:endParaRPr/>
          </a:p>
          <a:p>
            <a:pPr indent="-342900" lvl="0" marL="342900" marR="0" rtl="0" algn="l">
              <a:spcBef>
                <a:spcPts val="0"/>
              </a:spcBef>
              <a:spcAft>
                <a:spcPts val="0"/>
              </a:spcAft>
              <a:buClr>
                <a:schemeClr val="dk1"/>
              </a:buClr>
              <a:buSzPts val="1600"/>
              <a:buFont typeface="JasmineUPC"/>
              <a:buAutoNum type="arabicPeriod"/>
            </a:pPr>
            <a:r>
              <a:rPr lang="en-US" sz="1600">
                <a:solidFill>
                  <a:schemeClr val="dk1"/>
                </a:solidFill>
                <a:latin typeface="Raleway"/>
                <a:ea typeface="Raleway"/>
                <a:cs typeface="Raleway"/>
                <a:sym typeface="Raleway"/>
              </a:rPr>
              <a:t>Retrieve the ActionRequirements for Cut.</a:t>
            </a:r>
            <a:endParaRPr/>
          </a:p>
          <a:p>
            <a:pPr indent="-342900" lvl="0" marL="342900" marR="0" rtl="0" algn="l">
              <a:spcBef>
                <a:spcPts val="0"/>
              </a:spcBef>
              <a:spcAft>
                <a:spcPts val="0"/>
              </a:spcAft>
              <a:buClr>
                <a:schemeClr val="dk1"/>
              </a:buClr>
              <a:buSzPts val="1600"/>
              <a:buFont typeface="JasmineUPC"/>
              <a:buAutoNum type="arabicPeriod"/>
            </a:pPr>
            <a:r>
              <a:rPr lang="en-US" sz="1600">
                <a:solidFill>
                  <a:schemeClr val="dk1"/>
                </a:solidFill>
                <a:latin typeface="Raleway"/>
                <a:ea typeface="Raleway"/>
                <a:cs typeface="Raleway"/>
                <a:sym typeface="Raleway"/>
              </a:rPr>
              <a:t>Compare the properties with the requirements.</a:t>
            </a:r>
            <a:endParaRPr/>
          </a:p>
          <a:p>
            <a:pPr indent="0" lvl="0" marL="0" marR="0" rtl="0" algn="l">
              <a:spcBef>
                <a:spcPts val="0"/>
              </a:spcBef>
              <a:spcAft>
                <a:spcPts val="0"/>
              </a:spcAft>
              <a:buNone/>
            </a:pPr>
            <a:r>
              <a:t/>
            </a:r>
            <a:endParaRPr sz="1600">
              <a:solidFill>
                <a:schemeClr val="dk1"/>
              </a:solidFill>
              <a:latin typeface="Raleway"/>
              <a:ea typeface="Raleway"/>
              <a:cs typeface="Raleway"/>
              <a:sym typeface="Raleway"/>
            </a:endParaRPr>
          </a:p>
          <a:p>
            <a:pPr indent="0" lvl="0" marL="0" marR="0" rtl="0" algn="l">
              <a:spcBef>
                <a:spcPts val="0"/>
              </a:spcBef>
              <a:spcAft>
                <a:spcPts val="0"/>
              </a:spcAft>
              <a:buNone/>
            </a:pPr>
            <a:r>
              <a:rPr b="1" lang="en-US" sz="1600">
                <a:solidFill>
                  <a:schemeClr val="dk1"/>
                </a:solidFill>
                <a:latin typeface="Raleway"/>
                <a:ea typeface="Raleway"/>
                <a:cs typeface="Raleway"/>
                <a:sym typeface="Raleway"/>
              </a:rPr>
              <a:t>Example answer:</a:t>
            </a:r>
            <a:r>
              <a:rPr lang="en-US" sz="1600">
                <a:solidFill>
                  <a:schemeClr val="dk1"/>
                </a:solidFill>
                <a:latin typeface="Raleway"/>
                <a:ea typeface="Raleway"/>
                <a:cs typeface="Raleway"/>
                <a:sym typeface="Raleway"/>
              </a:rPr>
              <a:t> Feasible under the represented conditions, because the card edge satisfies the relevant cutting requirements.</a:t>
            </a:r>
            <a:endParaRPr/>
          </a:p>
          <a:p>
            <a:pPr indent="0" lvl="0" marL="0" marR="0" rtl="0" algn="l">
              <a:spcBef>
                <a:spcPts val="0"/>
              </a:spcBef>
              <a:spcAft>
                <a:spcPts val="0"/>
              </a:spcAft>
              <a:buNone/>
            </a:pPr>
            <a:r>
              <a:t/>
            </a:r>
            <a:endParaRPr sz="1600">
              <a:solidFill>
                <a:schemeClr val="dk1"/>
              </a:solidFill>
              <a:latin typeface="Raleway"/>
              <a:ea typeface="Raleway"/>
              <a:cs typeface="Raleway"/>
              <a:sym typeface="Raleway"/>
            </a:endParaRPr>
          </a:p>
        </p:txBody>
      </p:sp>
      <p:sp>
        <p:nvSpPr>
          <p:cNvPr id="966" name="Google Shape;966;p10"/>
          <p:cNvSpPr/>
          <p:nvPr/>
        </p:nvSpPr>
        <p:spPr>
          <a:xfrm>
            <a:off x="976740" y="1508178"/>
            <a:ext cx="10139279" cy="797441"/>
          </a:xfrm>
          <a:prstGeom prst="roundRect">
            <a:avLst>
              <a:gd fmla="val 16667" name="adj"/>
            </a:avLst>
          </a:prstGeom>
          <a:solidFill>
            <a:schemeClr val="accent1"/>
          </a:solidFill>
          <a:ln cap="flat" cmpd="sng" w="19050">
            <a:solidFill>
              <a:srgbClr val="573626"/>
            </a:solidFill>
            <a:prstDash val="solid"/>
            <a:miter lim="8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228600" lvl="0" marL="228600" marR="0" rtl="0" algn="ctr">
              <a:spcBef>
                <a:spcPts val="0"/>
              </a:spcBef>
              <a:spcAft>
                <a:spcPts val="0"/>
              </a:spcAft>
              <a:buClr>
                <a:schemeClr val="lt1"/>
              </a:buClr>
              <a:buSzPts val="2000"/>
              <a:buFont typeface="Arial"/>
              <a:buChar char="•"/>
            </a:pPr>
            <a:r>
              <a:rPr b="1" lang="en-US" sz="2000">
                <a:solidFill>
                  <a:schemeClr val="lt1"/>
                </a:solidFill>
                <a:latin typeface="Raleway"/>
                <a:ea typeface="Raleway"/>
                <a:cs typeface="Raleway"/>
                <a:sym typeface="Raleway"/>
              </a:rPr>
              <a:t>CQ1.1:</a:t>
            </a:r>
            <a:r>
              <a:rPr lang="en-US" sz="2000">
                <a:solidFill>
                  <a:schemeClr val="lt1"/>
                </a:solidFill>
                <a:latin typeface="Raleway"/>
                <a:ea typeface="Raleway"/>
                <a:cs typeface="Raleway"/>
                <a:sym typeface="Raleway"/>
              </a:rPr>
              <a:t> Given the represented properties of a plastic card, </a:t>
            </a:r>
            <a:br>
              <a:rPr lang="en-US" sz="2000">
                <a:solidFill>
                  <a:schemeClr val="lt1"/>
                </a:solidFill>
                <a:latin typeface="Raleway"/>
                <a:ea typeface="Raleway"/>
                <a:cs typeface="Raleway"/>
                <a:sym typeface="Raleway"/>
              </a:rPr>
            </a:br>
            <a:r>
              <a:rPr lang="en-US" sz="2000">
                <a:solidFill>
                  <a:schemeClr val="lt1"/>
                </a:solidFill>
                <a:latin typeface="Raleway"/>
                <a:ea typeface="Raleway"/>
                <a:cs typeface="Raleway"/>
                <a:sym typeface="Raleway"/>
              </a:rPr>
              <a:t>can an ordinary human actor use it to cut a carrot, and why?</a:t>
            </a:r>
            <a:endParaRPr sz="2000">
              <a:solidFill>
                <a:schemeClr val="lt1"/>
              </a:solidFill>
              <a:latin typeface="Raleway"/>
              <a:ea typeface="Raleway"/>
              <a:cs typeface="Raleway"/>
              <a:sym typeface="Raleway"/>
            </a:endParaRPr>
          </a:p>
        </p:txBody>
      </p:sp>
      <p:sp>
        <p:nvSpPr>
          <p:cNvPr id="967" name="Google Shape;967;p10"/>
          <p:cNvSpPr/>
          <p:nvPr/>
        </p:nvSpPr>
        <p:spPr>
          <a:xfrm>
            <a:off x="1032241" y="2580774"/>
            <a:ext cx="2710500" cy="4096200"/>
          </a:xfrm>
          <a:prstGeom prst="roundRect">
            <a:avLst>
              <a:gd fmla="val 16667" name="adj"/>
            </a:avLst>
          </a:prstGeom>
          <a:noFill/>
          <a:ln cap="flat"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
        <p:nvSpPr>
          <p:cNvPr id="968" name="Google Shape;968;p10"/>
          <p:cNvSpPr/>
          <p:nvPr/>
        </p:nvSpPr>
        <p:spPr>
          <a:xfrm>
            <a:off x="4044903" y="2580774"/>
            <a:ext cx="2710500" cy="4096200"/>
          </a:xfrm>
          <a:prstGeom prst="roundRect">
            <a:avLst>
              <a:gd fmla="val 16667" name="adj"/>
            </a:avLst>
          </a:prstGeom>
          <a:noFill/>
          <a:ln cap="flat"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1"/>
          <p:cNvSpPr txBox="1"/>
          <p:nvPr>
            <p:ph type="title"/>
          </p:nvPr>
        </p:nvSpPr>
        <p:spPr>
          <a:xfrm>
            <a:off x="699660" y="502920"/>
            <a:ext cx="10515600" cy="978408"/>
          </a:xfrm>
          <a:prstGeom prst="rect">
            <a:avLst/>
          </a:prstGeom>
          <a:noFill/>
          <a:ln>
            <a:noFill/>
          </a:ln>
        </p:spPr>
        <p:txBody>
          <a:bodyPr anchorCtr="0" anchor="b" bIns="45700" lIns="91425" spcFirstLastPara="1" rIns="91425" wrap="square" tIns="45700">
            <a:normAutofit/>
          </a:bodyPr>
          <a:lstStyle/>
          <a:p>
            <a:pPr indent="0" lvl="0" marL="0" rtl="0" algn="l">
              <a:lnSpc>
                <a:spcPct val="55000"/>
              </a:lnSpc>
              <a:spcBef>
                <a:spcPts val="0"/>
              </a:spcBef>
              <a:spcAft>
                <a:spcPts val="0"/>
              </a:spcAft>
              <a:buClr>
                <a:schemeClr val="dk2"/>
              </a:buClr>
              <a:buSzPts val="4400"/>
              <a:buFont typeface="JasmineUPC"/>
              <a:buNone/>
            </a:pPr>
            <a:r>
              <a:rPr lang="en-US"/>
              <a:t>Can We Actually Build This?</a:t>
            </a:r>
            <a:endParaRPr/>
          </a:p>
        </p:txBody>
      </p:sp>
      <p:sp>
        <p:nvSpPr>
          <p:cNvPr id="974" name="Google Shape;974;p11"/>
          <p:cNvSpPr txBox="1"/>
          <p:nvPr>
            <p:ph idx="1" type="body"/>
          </p:nvPr>
        </p:nvSpPr>
        <p:spPr>
          <a:xfrm>
            <a:off x="699660" y="1511748"/>
            <a:ext cx="10515600" cy="459943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2"/>
              </a:buClr>
              <a:buSzPts val="1800"/>
              <a:buChar char="•"/>
            </a:pPr>
            <a:r>
              <a:rPr lang="en-US" sz="1800"/>
              <a:t>A focused ontology supported by curated data</a:t>
            </a:r>
            <a:endParaRPr/>
          </a:p>
        </p:txBody>
      </p:sp>
      <p:graphicFrame>
        <p:nvGraphicFramePr>
          <p:cNvPr id="975" name="Google Shape;975;p11"/>
          <p:cNvGraphicFramePr/>
          <p:nvPr/>
        </p:nvGraphicFramePr>
        <p:xfrm>
          <a:off x="831864" y="1945400"/>
          <a:ext cx="3000000" cy="3000000"/>
        </p:xfrm>
        <a:graphic>
          <a:graphicData uri="http://schemas.openxmlformats.org/drawingml/2006/table">
            <a:tbl>
              <a:tblPr>
                <a:gradFill>
                  <a:gsLst>
                    <a:gs pos="0">
                      <a:srgbClr val="E6BEB0"/>
                    </a:gs>
                    <a:gs pos="50000">
                      <a:srgbClr val="E1B2A1"/>
                    </a:gs>
                    <a:gs pos="100000">
                      <a:srgbClr val="DFA691"/>
                    </a:gs>
                  </a:gsLst>
                  <a:lin ang="5400000" scaled="0"/>
                </a:gradFill>
                <a:tableStyleId>{883E759B-4E12-42DF-BDD3-2120B70FBA9B}</a:tableStyleId>
              </a:tblPr>
              <a:tblGrid>
                <a:gridCol w="3227325"/>
                <a:gridCol w="7288275"/>
              </a:tblGrid>
              <a:tr h="203200">
                <a:tc>
                  <a:txBody>
                    <a:bodyPr/>
                    <a:lstStyle/>
                    <a:p>
                      <a:pPr indent="0" lvl="0" marL="0" marR="0" rtl="0" algn="ctr">
                        <a:spcBef>
                          <a:spcPts val="0"/>
                        </a:spcBef>
                        <a:spcAft>
                          <a:spcPts val="0"/>
                        </a:spcAft>
                        <a:buClr>
                          <a:schemeClr val="dk1"/>
                        </a:buClr>
                        <a:buSzPts val="1600"/>
                        <a:buFont typeface="Raleway"/>
                        <a:buNone/>
                      </a:pPr>
                      <a:r>
                        <a:rPr b="1" lang="en-US" sz="1600" u="none" cap="none" strike="noStrike">
                          <a:solidFill>
                            <a:schemeClr val="dk1"/>
                          </a:solidFill>
                        </a:rPr>
                        <a:t>Resource</a:t>
                      </a:r>
                      <a:endParaRPr/>
                    </a:p>
                  </a:txBody>
                  <a:tcPr marT="45725" marB="45725" marR="91450" marL="91450" anchor="ctr"/>
                </a:tc>
                <a:tc>
                  <a:txBody>
                    <a:bodyPr/>
                    <a:lstStyle/>
                    <a:p>
                      <a:pPr indent="0" lvl="0" marL="0" marR="0" rtl="0" algn="ctr">
                        <a:spcBef>
                          <a:spcPts val="0"/>
                        </a:spcBef>
                        <a:spcAft>
                          <a:spcPts val="0"/>
                        </a:spcAft>
                        <a:buClr>
                          <a:schemeClr val="dk1"/>
                        </a:buClr>
                        <a:buSzPts val="1600"/>
                        <a:buFont typeface="Raleway"/>
                        <a:buNone/>
                      </a:pPr>
                      <a:r>
                        <a:rPr b="1" lang="en-US" sz="1600" u="none" cap="none" strike="noStrike">
                          <a:solidFill>
                            <a:schemeClr val="dk1"/>
                          </a:solidFill>
                        </a:rPr>
                        <a:t>Role in our project</a:t>
                      </a:r>
                      <a:endParaRPr/>
                    </a:p>
                  </a:txBody>
                  <a:tcPr marT="45725" marB="45725" marR="91450" marL="91450" anchor="ctr"/>
                </a:tc>
              </a:tr>
              <a:tr h="203200">
                <a:tc>
                  <a:txBody>
                    <a:bodyPr/>
                    <a:lstStyle/>
                    <a:p>
                      <a:pPr indent="0" lvl="0" marL="0" marR="0" rtl="0" algn="ctr">
                        <a:spcBef>
                          <a:spcPts val="0"/>
                        </a:spcBef>
                        <a:spcAft>
                          <a:spcPts val="0"/>
                        </a:spcAft>
                        <a:buClr>
                          <a:schemeClr val="dk1"/>
                        </a:buClr>
                        <a:buSzPts val="1600"/>
                        <a:buFont typeface="Raleway"/>
                        <a:buNone/>
                      </a:pPr>
                      <a:r>
                        <a:rPr lang="en-US" sz="1600" u="none" cap="none" strike="noStrike">
                          <a:solidFill>
                            <a:schemeClr val="dk1"/>
                          </a:solidFill>
                        </a:rPr>
                        <a:t>EPIC-KITCHENS-100</a:t>
                      </a:r>
                      <a:endParaRPr/>
                    </a:p>
                  </a:txBody>
                  <a:tcPr marT="45725" marB="45725" marR="91450" marL="91450" anchor="ctr"/>
                </a:tc>
                <a:tc>
                  <a:txBody>
                    <a:bodyPr/>
                    <a:lstStyle/>
                    <a:p>
                      <a:pPr indent="0" lvl="0" marL="0" marR="0" rtl="0" algn="ctr">
                        <a:spcBef>
                          <a:spcPts val="0"/>
                        </a:spcBef>
                        <a:spcAft>
                          <a:spcPts val="0"/>
                        </a:spcAft>
                        <a:buClr>
                          <a:schemeClr val="dk1"/>
                        </a:buClr>
                        <a:buSzPts val="1600"/>
                        <a:buFont typeface="Raleway"/>
                        <a:buNone/>
                      </a:pPr>
                      <a:r>
                        <a:rPr lang="en-US" sz="1600" u="none" cap="none" strike="noStrike">
                          <a:solidFill>
                            <a:schemeClr val="dk1"/>
                          </a:solidFill>
                        </a:rPr>
                        <a:t>Kitchen action vocabulary and source context for Cut</a:t>
                      </a:r>
                      <a:endParaRPr/>
                    </a:p>
                  </a:txBody>
                  <a:tcPr marT="45725" marB="45725" marR="91450" marL="91450" anchor="ctr"/>
                </a:tc>
              </a:tr>
              <a:tr h="203200">
                <a:tc>
                  <a:txBody>
                    <a:bodyPr/>
                    <a:lstStyle/>
                    <a:p>
                      <a:pPr indent="0" lvl="0" marL="0" marR="0" rtl="0" algn="ctr">
                        <a:spcBef>
                          <a:spcPts val="0"/>
                        </a:spcBef>
                        <a:spcAft>
                          <a:spcPts val="0"/>
                        </a:spcAft>
                        <a:buClr>
                          <a:schemeClr val="dk1"/>
                        </a:buClr>
                        <a:buSzPts val="1600"/>
                        <a:buFont typeface="Raleway"/>
                        <a:buNone/>
                      </a:pPr>
                      <a:r>
                        <a:rPr lang="en-US" sz="1600" u="none" cap="none" strike="noStrike">
                          <a:solidFill>
                            <a:schemeClr val="dk1"/>
                          </a:solidFill>
                        </a:rPr>
                        <a:t>Feasibility annotations</a:t>
                      </a:r>
                      <a:endParaRPr/>
                    </a:p>
                  </a:txBody>
                  <a:tcPr marT="45725" marB="45725" marR="91450" marL="91450" anchor="ctr"/>
                </a:tc>
                <a:tc>
                  <a:txBody>
                    <a:bodyPr/>
                    <a:lstStyle/>
                    <a:p>
                      <a:pPr indent="0" lvl="0" marL="0" marR="0" rtl="0" algn="ctr">
                        <a:spcBef>
                          <a:spcPts val="0"/>
                        </a:spcBef>
                        <a:spcAft>
                          <a:spcPts val="0"/>
                        </a:spcAft>
                        <a:buClr>
                          <a:schemeClr val="dk1"/>
                        </a:buClr>
                        <a:buSzPts val="1600"/>
                        <a:buFont typeface="Raleway"/>
                        <a:buNone/>
                      </a:pPr>
                      <a:r>
                        <a:rPr lang="en-US" sz="1600" u="none" cap="none" strike="noStrike">
                          <a:solidFill>
                            <a:schemeClr val="dk1"/>
                          </a:solidFill>
                        </a:rPr>
                        <a:t>Object parts, physical properties, feasible/infeasible examples</a:t>
                      </a:r>
                      <a:endParaRPr/>
                    </a:p>
                  </a:txBody>
                  <a:tcPr marT="45725" marB="45725" marR="91450" marL="91450" anchor="ctr"/>
                </a:tc>
              </a:tr>
              <a:tr h="203200">
                <a:tc>
                  <a:txBody>
                    <a:bodyPr/>
                    <a:lstStyle/>
                    <a:p>
                      <a:pPr indent="0" lvl="0" marL="0" marR="0" rtl="0" algn="ctr">
                        <a:spcBef>
                          <a:spcPts val="0"/>
                        </a:spcBef>
                        <a:spcAft>
                          <a:spcPts val="0"/>
                        </a:spcAft>
                        <a:buClr>
                          <a:schemeClr val="dk1"/>
                        </a:buClr>
                        <a:buSzPts val="1600"/>
                        <a:buFont typeface="Raleway"/>
                        <a:buNone/>
                      </a:pPr>
                      <a:r>
                        <a:rPr lang="en-US" sz="1600" u="none" cap="none" strike="noStrike">
                          <a:solidFill>
                            <a:schemeClr val="dk1"/>
                          </a:solidFill>
                        </a:rPr>
                        <a:t>Counterfactual annotations</a:t>
                      </a:r>
                      <a:endParaRPr/>
                    </a:p>
                  </a:txBody>
                  <a:tcPr marT="45725" marB="45725" marR="91450" marL="91450" anchor="ctr"/>
                </a:tc>
                <a:tc>
                  <a:txBody>
                    <a:bodyPr/>
                    <a:lstStyle/>
                    <a:p>
                      <a:pPr indent="0" lvl="0" marL="0" marR="0" rtl="0" algn="ctr">
                        <a:spcBef>
                          <a:spcPts val="0"/>
                        </a:spcBef>
                        <a:spcAft>
                          <a:spcPts val="0"/>
                        </a:spcAft>
                        <a:buClr>
                          <a:schemeClr val="dk1"/>
                        </a:buClr>
                        <a:buSzPts val="1600"/>
                        <a:buFont typeface="Raleway"/>
                        <a:buNone/>
                      </a:pPr>
                      <a:r>
                        <a:rPr lang="en-US" sz="1600" u="none" cap="none" strike="noStrike">
                          <a:solidFill>
                            <a:schemeClr val="dk1"/>
                          </a:solidFill>
                        </a:rPr>
                        <a:t>Supporting examples for refining physical requirements</a:t>
                      </a:r>
                      <a:endParaRPr/>
                    </a:p>
                  </a:txBody>
                  <a:tcPr marT="45725" marB="45725" marR="91450" marL="91450" anchor="ctr"/>
                </a:tc>
              </a:tr>
              <a:tr h="203200">
                <a:tc>
                  <a:txBody>
                    <a:bodyPr/>
                    <a:lstStyle/>
                    <a:p>
                      <a:pPr indent="0" lvl="0" marL="0" marR="0" rtl="0" algn="ctr">
                        <a:spcBef>
                          <a:spcPts val="0"/>
                        </a:spcBef>
                        <a:spcAft>
                          <a:spcPts val="0"/>
                        </a:spcAft>
                        <a:buClr>
                          <a:schemeClr val="dk1"/>
                        </a:buClr>
                        <a:buSzPts val="1600"/>
                        <a:buFont typeface="Raleway"/>
                        <a:buNone/>
                      </a:pPr>
                      <a:r>
                        <a:rPr lang="en-US" sz="1600" u="none" cap="none" strike="noStrike">
                          <a:solidFill>
                            <a:schemeClr val="dk1"/>
                          </a:solidFill>
                        </a:rPr>
                        <a:t>WordNet + Relations Ontology</a:t>
                      </a:r>
                      <a:endParaRPr/>
                    </a:p>
                  </a:txBody>
                  <a:tcPr marT="45725" marB="45725" marR="91450" marL="91450" anchor="ctr"/>
                </a:tc>
                <a:tc>
                  <a:txBody>
                    <a:bodyPr/>
                    <a:lstStyle/>
                    <a:p>
                      <a:pPr indent="0" lvl="0" marL="0" marR="0" rtl="0" algn="ctr">
                        <a:spcBef>
                          <a:spcPts val="0"/>
                        </a:spcBef>
                        <a:spcAft>
                          <a:spcPts val="0"/>
                        </a:spcAft>
                        <a:buClr>
                          <a:schemeClr val="dk1"/>
                        </a:buClr>
                        <a:buSzPts val="1600"/>
                        <a:buFont typeface="Raleway"/>
                        <a:buNone/>
                      </a:pPr>
                      <a:r>
                        <a:rPr lang="en-US" sz="1600" u="none" cap="none" strike="noStrike">
                          <a:solidFill>
                            <a:schemeClr val="dk1"/>
                          </a:solidFill>
                        </a:rPr>
                        <a:t>Terminology normalization and potential reuse of existing relations</a:t>
                      </a:r>
                      <a:endParaRPr/>
                    </a:p>
                  </a:txBody>
                  <a:tcPr marT="45725" marB="45725" marR="91450" marL="91450" anchor="ctr"/>
                </a:tc>
              </a:tr>
            </a:tbl>
          </a:graphicData>
        </a:graphic>
      </p:graphicFrame>
      <p:sp>
        <p:nvSpPr>
          <p:cNvPr id="976" name="Google Shape;976;p11"/>
          <p:cNvSpPr txBox="1"/>
          <p:nvPr/>
        </p:nvSpPr>
        <p:spPr>
          <a:xfrm>
            <a:off x="869431" y="4347148"/>
            <a:ext cx="10345830" cy="203132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Raleway"/>
                <a:ea typeface="Raleway"/>
                <a:cs typeface="Raleway"/>
                <a:sym typeface="Raleway"/>
              </a:rPr>
              <a:t>Data:</a:t>
            </a:r>
            <a:r>
              <a:rPr lang="en-US" sz="1800">
                <a:solidFill>
                  <a:schemeClr val="dk1"/>
                </a:solidFill>
                <a:latin typeface="Raleway"/>
                <a:ea typeface="Raleway"/>
                <a:cs typeface="Raleway"/>
                <a:sym typeface="Raleway"/>
              </a:rPr>
              <a:t> A curated Cut-specific subset will supply the object-part properties and feasibility examples.</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Raleway"/>
                <a:ea typeface="Raleway"/>
                <a:cs typeface="Raleway"/>
                <a:sym typeface="Raleway"/>
              </a:rPr>
              <a:t>Implementation:</a:t>
            </a:r>
            <a:r>
              <a:rPr lang="en-US" sz="1800">
                <a:solidFill>
                  <a:schemeClr val="dk1"/>
                </a:solidFill>
                <a:latin typeface="Raleway"/>
                <a:ea typeface="Raleway"/>
                <a:cs typeface="Raleway"/>
                <a:sym typeface="Raleway"/>
              </a:rPr>
              <a:t> Represent the necessary ontology relations and test our four competency questions.</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Raleway"/>
                <a:ea typeface="Raleway"/>
                <a:cs typeface="Raleway"/>
                <a:sym typeface="Raleway"/>
              </a:rPr>
              <a:t>Main challenge:</a:t>
            </a:r>
            <a:r>
              <a:rPr lang="en-US" sz="1800">
                <a:solidFill>
                  <a:schemeClr val="dk1"/>
                </a:solidFill>
                <a:latin typeface="Raleway"/>
                <a:ea typeface="Raleway"/>
                <a:cs typeface="Raleway"/>
                <a:sym typeface="Raleway"/>
              </a:rPr>
              <a:t> Formalizing property–requirement compatibility while distinguishing explicit conflict from missing information.</a:t>
            </a:r>
            <a:endParaRPr/>
          </a:p>
          <a:p>
            <a:pPr indent="0" lvl="0" marL="0" marR="0" rtl="0" algn="l">
              <a:spcBef>
                <a:spcPts val="0"/>
              </a:spcBef>
              <a:spcAft>
                <a:spcPts val="0"/>
              </a:spcAft>
              <a:buNone/>
            </a:pPr>
            <a:r>
              <a:t/>
            </a:r>
            <a:endParaRPr sz="1800">
              <a:solidFill>
                <a:schemeClr val="dk1"/>
              </a:solidFill>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2"/>
          <p:cNvSpPr txBox="1"/>
          <p:nvPr>
            <p:ph type="title"/>
          </p:nvPr>
        </p:nvSpPr>
        <p:spPr>
          <a:xfrm>
            <a:off x="699660" y="502920"/>
            <a:ext cx="10515600" cy="978408"/>
          </a:xfrm>
          <a:prstGeom prst="rect">
            <a:avLst/>
          </a:prstGeom>
          <a:noFill/>
          <a:ln>
            <a:noFill/>
          </a:ln>
        </p:spPr>
        <p:txBody>
          <a:bodyPr anchorCtr="0" anchor="b" bIns="45700" lIns="91425" spcFirstLastPara="1" rIns="91425" wrap="square" tIns="45700">
            <a:normAutofit/>
          </a:bodyPr>
          <a:lstStyle/>
          <a:p>
            <a:pPr indent="0" lvl="0" marL="0" rtl="0" algn="l">
              <a:lnSpc>
                <a:spcPct val="55000"/>
              </a:lnSpc>
              <a:spcBef>
                <a:spcPts val="0"/>
              </a:spcBef>
              <a:spcAft>
                <a:spcPts val="0"/>
              </a:spcAft>
              <a:buClr>
                <a:schemeClr val="dk2"/>
              </a:buClr>
              <a:buSzPts val="4400"/>
              <a:buFont typeface="JasmineUPC"/>
              <a:buNone/>
            </a:pPr>
            <a:r>
              <a:rPr lang="en-US"/>
              <a:t>GenAI Use + What Changed</a:t>
            </a:r>
            <a:endParaRPr/>
          </a:p>
        </p:txBody>
      </p:sp>
      <p:sp>
        <p:nvSpPr>
          <p:cNvPr id="982" name="Google Shape;982;p12"/>
          <p:cNvSpPr txBox="1"/>
          <p:nvPr>
            <p:ph idx="1" type="body"/>
          </p:nvPr>
        </p:nvSpPr>
        <p:spPr>
          <a:xfrm>
            <a:off x="699660" y="1511748"/>
            <a:ext cx="10515600" cy="459943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2"/>
              </a:buClr>
              <a:buSzPts val="1600"/>
              <a:buChar char="•"/>
            </a:pPr>
            <a:r>
              <a:rPr lang="en-US" sz="1600"/>
              <a:t>Model: ChatGPT 5.6 </a:t>
            </a:r>
            <a:endParaRPr/>
          </a:p>
          <a:p>
            <a:pPr indent="-228600" lvl="0" marL="228600" rtl="0" algn="l">
              <a:lnSpc>
                <a:spcPct val="120000"/>
              </a:lnSpc>
              <a:spcBef>
                <a:spcPts val="1000"/>
              </a:spcBef>
              <a:spcAft>
                <a:spcPts val="0"/>
              </a:spcAft>
              <a:buClr>
                <a:schemeClr val="dk2"/>
              </a:buClr>
              <a:buSzPts val="1600"/>
              <a:buChar char="•"/>
            </a:pPr>
            <a:r>
              <a:rPr b="1" lang="en-US" sz="1600"/>
              <a:t>GenAI was used to:</a:t>
            </a:r>
            <a:endParaRPr sz="1600"/>
          </a:p>
          <a:p>
            <a:pPr indent="-228600" lvl="1" marL="685800" rtl="0" algn="l">
              <a:lnSpc>
                <a:spcPct val="120000"/>
              </a:lnSpc>
              <a:spcBef>
                <a:spcPts val="500"/>
              </a:spcBef>
              <a:spcAft>
                <a:spcPts val="0"/>
              </a:spcAft>
              <a:buClr>
                <a:schemeClr val="dk2"/>
              </a:buClr>
              <a:buSzPts val="1600"/>
              <a:buChar char="•"/>
            </a:pPr>
            <a:r>
              <a:rPr lang="en-US" sz="1600"/>
              <a:t>Refine the scope to Cut only.</a:t>
            </a:r>
            <a:endParaRPr/>
          </a:p>
          <a:p>
            <a:pPr indent="-228600" lvl="1" marL="685800" rtl="0" algn="l">
              <a:lnSpc>
                <a:spcPct val="120000"/>
              </a:lnSpc>
              <a:spcBef>
                <a:spcPts val="500"/>
              </a:spcBef>
              <a:spcAft>
                <a:spcPts val="0"/>
              </a:spcAft>
              <a:buClr>
                <a:schemeClr val="dk2"/>
              </a:buClr>
              <a:buSzPts val="1600"/>
              <a:buChar char="•"/>
            </a:pPr>
            <a:r>
              <a:rPr lang="en-US" sz="1600"/>
              <a:t>Clarify Researcher vs. Ordinary Human Actor.</a:t>
            </a:r>
            <a:endParaRPr/>
          </a:p>
          <a:p>
            <a:pPr indent="-228600" lvl="1" marL="685800" rtl="0" algn="l">
              <a:lnSpc>
                <a:spcPct val="120000"/>
              </a:lnSpc>
              <a:spcBef>
                <a:spcPts val="500"/>
              </a:spcBef>
              <a:spcAft>
                <a:spcPts val="0"/>
              </a:spcAft>
              <a:buClr>
                <a:schemeClr val="dk2"/>
              </a:buClr>
              <a:buSzPts val="1600"/>
              <a:buChar char="•"/>
            </a:pPr>
            <a:r>
              <a:rPr lang="en-US" sz="1600"/>
              <a:t>Plan the UML activity diagrams.</a:t>
            </a:r>
            <a:endParaRPr/>
          </a:p>
          <a:p>
            <a:pPr indent="-228600" lvl="0" marL="228600" rtl="0" algn="l">
              <a:lnSpc>
                <a:spcPct val="120000"/>
              </a:lnSpc>
              <a:spcBef>
                <a:spcPts val="1000"/>
              </a:spcBef>
              <a:spcAft>
                <a:spcPts val="0"/>
              </a:spcAft>
              <a:buClr>
                <a:schemeClr val="dk2"/>
              </a:buClr>
              <a:buSzPts val="1600"/>
              <a:buChar char="•"/>
            </a:pPr>
            <a:r>
              <a:rPr b="1" lang="en-US" sz="1600"/>
              <a:t>Further clarification from team discussion:</a:t>
            </a:r>
            <a:endParaRPr sz="1600"/>
          </a:p>
          <a:p>
            <a:pPr indent="-228600" lvl="1" marL="685800" rtl="0" algn="l">
              <a:lnSpc>
                <a:spcPct val="120000"/>
              </a:lnSpc>
              <a:spcBef>
                <a:spcPts val="500"/>
              </a:spcBef>
              <a:spcAft>
                <a:spcPts val="0"/>
              </a:spcAft>
              <a:buClr>
                <a:schemeClr val="dk2"/>
              </a:buClr>
              <a:buSzPts val="1600"/>
              <a:buChar char="•"/>
            </a:pPr>
            <a:r>
              <a:rPr lang="en-US" sz="1600"/>
              <a:t>Represented physical properties are assumed as input.</a:t>
            </a:r>
            <a:endParaRPr/>
          </a:p>
          <a:p>
            <a:pPr indent="-228600" lvl="1" marL="685800" rtl="0" algn="l">
              <a:lnSpc>
                <a:spcPct val="120000"/>
              </a:lnSpc>
              <a:spcBef>
                <a:spcPts val="500"/>
              </a:spcBef>
              <a:spcAft>
                <a:spcPts val="0"/>
              </a:spcAft>
              <a:buClr>
                <a:schemeClr val="dk2"/>
              </a:buClr>
              <a:buSzPts val="1600"/>
              <a:buChar char="•"/>
            </a:pPr>
            <a:r>
              <a:rPr lang="en-US" sz="1600"/>
              <a:t>Our ontology evaluates property–requirement compatibility </a:t>
            </a:r>
            <a:br>
              <a:rPr lang="en-US" sz="1600"/>
            </a:br>
            <a:r>
              <a:rPr lang="en-US" sz="1600"/>
              <a:t>rather than identifying properties from raw objects.</a:t>
            </a:r>
            <a:endParaRPr/>
          </a:p>
        </p:txBody>
      </p:sp>
      <p:pic>
        <p:nvPicPr>
          <p:cNvPr id="983" name="Google Shape;983;p12"/>
          <p:cNvPicPr preferRelativeResize="0"/>
          <p:nvPr/>
        </p:nvPicPr>
        <p:blipFill rotWithShape="1">
          <a:blip r:embed="rId3">
            <a:alphaModFix/>
          </a:blip>
          <a:srcRect b="0" l="0" r="0" t="0"/>
          <a:stretch/>
        </p:blipFill>
        <p:spPr>
          <a:xfrm>
            <a:off x="8377031" y="85475"/>
            <a:ext cx="3355933" cy="6687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2026-09-18T18:33:13Z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